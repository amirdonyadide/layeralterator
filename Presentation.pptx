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1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C9227A-1776-1714-347F-E738D669B319}" name="SARA CASPANI" initials="SC" userId="4281b0516a8f556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8EA3"/>
    <a:srgbClr val="1877F2"/>
    <a:srgbClr val="00AFE2"/>
    <a:srgbClr val="E22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2397" autoAdjust="0"/>
  </p:normalViewPr>
  <p:slideViewPr>
    <p:cSldViewPr>
      <p:cViewPr varScale="1">
        <p:scale>
          <a:sx n="104" d="100"/>
          <a:sy n="104" d="100"/>
        </p:scale>
        <p:origin x="232" y="48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15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e Marzi" userId="42994fe7-7512-4cb9-898f-abfec15327b9" providerId="ADAL" clId="{C723D139-2BFB-48BA-AB96-558399EFE42A}"/>
    <pc:docChg chg="undo custSel delSld modSld">
      <pc:chgData name="Davide Marzi" userId="42994fe7-7512-4cb9-898f-abfec15327b9" providerId="ADAL" clId="{C723D139-2BFB-48BA-AB96-558399EFE42A}" dt="2024-02-23T11:07:27.979" v="9" actId="1076"/>
      <pc:docMkLst>
        <pc:docMk/>
      </pc:docMkLst>
      <pc:sldChg chg="modSp mod">
        <pc:chgData name="Davide Marzi" userId="42994fe7-7512-4cb9-898f-abfec15327b9" providerId="ADAL" clId="{C723D139-2BFB-48BA-AB96-558399EFE42A}" dt="2024-02-23T11:07:27.979" v="9" actId="1076"/>
        <pc:sldMkLst>
          <pc:docMk/>
          <pc:sldMk cId="0" sldId="256"/>
        </pc:sldMkLst>
        <pc:spChg chg="mod">
          <ac:chgData name="Davide Marzi" userId="42994fe7-7512-4cb9-898f-abfec15327b9" providerId="ADAL" clId="{C723D139-2BFB-48BA-AB96-558399EFE42A}" dt="2024-02-23T11:07:27.979" v="9" actId="1076"/>
          <ac:spMkLst>
            <pc:docMk/>
            <pc:sldMk cId="0" sldId="256"/>
            <ac:spMk id="76" creationId="{00000000-0000-0000-0000-000000000000}"/>
          </ac:spMkLst>
        </pc:spChg>
        <pc:grpChg chg="mod">
          <ac:chgData name="Davide Marzi" userId="42994fe7-7512-4cb9-898f-abfec15327b9" providerId="ADAL" clId="{C723D139-2BFB-48BA-AB96-558399EFE42A}" dt="2024-02-23T11:07:22.276" v="8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 mod">
        <pc:chgData name="Davide Marzi" userId="42994fe7-7512-4cb9-898f-abfec15327b9" providerId="ADAL" clId="{C723D139-2BFB-48BA-AB96-558399EFE42A}" dt="2024-02-23T11:06:14.857" v="2" actId="122"/>
        <pc:sldMkLst>
          <pc:docMk/>
          <pc:sldMk cId="3286576685" sldId="271"/>
        </pc:sldMkLst>
        <pc:spChg chg="mod">
          <ac:chgData name="Davide Marzi" userId="42994fe7-7512-4cb9-898f-abfec15327b9" providerId="ADAL" clId="{C723D139-2BFB-48BA-AB96-558399EFE42A}" dt="2024-02-23T11:06:14.857" v="2" actId="122"/>
          <ac:spMkLst>
            <pc:docMk/>
            <pc:sldMk cId="3286576685" sldId="271"/>
            <ac:spMk id="20" creationId="{6FE51539-231A-4562-5C44-1456E44D94E4}"/>
          </ac:spMkLst>
        </pc:spChg>
      </pc:sldChg>
      <pc:sldChg chg="del">
        <pc:chgData name="Davide Marzi" userId="42994fe7-7512-4cb9-898f-abfec15327b9" providerId="ADAL" clId="{C723D139-2BFB-48BA-AB96-558399EFE42A}" dt="2024-02-23T11:07:04.012" v="3" actId="47"/>
        <pc:sldMkLst>
          <pc:docMk/>
          <pc:sldMk cId="3383211295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27A0830-FA42-D992-FAAE-301DBEA3B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EC8B99-D1E3-20DE-032A-47528EC360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24670-3E3F-4721-BC2D-F8706F3BC554}" type="datetimeFigureOut">
              <a:rPr lang="it-IT" smtClean="0"/>
              <a:t>19/06/25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A53AE2-1475-324C-B7CA-DD89BC5F1D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F5334FF-ABFB-DFAC-AD53-8A994AAEF5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AE06E-01F5-4439-92D7-DFF3876D174A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308822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96B69-057D-4467-9A37-F0BADFCAC94E}" type="datetimeFigureOut">
              <a:rPr lang="it-IT" smtClean="0"/>
              <a:t>19/06/25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AC7A6-D507-4D0A-8552-899395AAB064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9446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AC7A6-D507-4D0A-8552-899395AAB064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7672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F09B3-47F6-21A4-59C5-156F64D1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0E795-D1C8-AB89-D19E-2D0A340B2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2D59-E41A-4141-418E-CF0D08090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DD0A0-DEF9-F84C-3B12-7919B5971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AC7A6-D507-4D0A-8552-899395AAB064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705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5B9D-EBE4-8DB3-29AF-A0C6F51F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38229-6E2C-F633-B6C2-EDB35D765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63747-8193-2E03-C050-E9CB69F55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DF9D8-CEA4-A09A-9C0E-0BB930718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AC7A6-D507-4D0A-8552-899395AAB064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86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5922-36AA-2D55-62F6-0134C25E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F29BE-3D9C-4DCB-8B9F-E9283DCC4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D53D4-7CE4-C39A-DDE6-EB00470D3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04591-58B4-9E34-A34B-12392DCE6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AC7A6-D507-4D0A-8552-899395AAB064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5058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44710-E6A3-4E53-68C8-C17D0B26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5089F-04E9-8409-3793-DA6C15AF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CBFFB-ADA0-9F20-5CA2-117EF5AC5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B401C-C462-478D-E4B9-BE090146C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AC7A6-D507-4D0A-8552-899395AAB064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9744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6408E-EA78-8E92-E49A-BA1E2840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8888D-AA9B-E545-CC08-0A0449811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1B323-2E8F-1175-BD1E-6225DB480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9987-3C47-5DD9-AF61-926568E98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AC7A6-D507-4D0A-8552-899395AAB064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0204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42" Type="http://schemas.openxmlformats.org/officeDocument/2006/relationships/image" Target="../media/image42.jpg"/><Relationship Id="rId47" Type="http://schemas.openxmlformats.org/officeDocument/2006/relationships/image" Target="../media/image47.jpg"/><Relationship Id="rId63" Type="http://schemas.openxmlformats.org/officeDocument/2006/relationships/image" Target="../media/image63.jpg"/><Relationship Id="rId68" Type="http://schemas.openxmlformats.org/officeDocument/2006/relationships/image" Target="../media/image68.png"/><Relationship Id="rId84" Type="http://schemas.openxmlformats.org/officeDocument/2006/relationships/image" Target="../media/image84.jpg"/><Relationship Id="rId89" Type="http://schemas.openxmlformats.org/officeDocument/2006/relationships/image" Target="../media/image89.png"/><Relationship Id="rId16" Type="http://schemas.openxmlformats.org/officeDocument/2006/relationships/image" Target="../media/image16.jpg"/><Relationship Id="rId107" Type="http://schemas.openxmlformats.org/officeDocument/2006/relationships/image" Target="../media/image107.jpg"/><Relationship Id="rId11" Type="http://schemas.openxmlformats.org/officeDocument/2006/relationships/image" Target="../media/image11.jpg"/><Relationship Id="rId32" Type="http://schemas.openxmlformats.org/officeDocument/2006/relationships/image" Target="../media/image32.jpg"/><Relationship Id="rId37" Type="http://schemas.openxmlformats.org/officeDocument/2006/relationships/image" Target="../media/image37.png"/><Relationship Id="rId53" Type="http://schemas.openxmlformats.org/officeDocument/2006/relationships/image" Target="../media/image53.jpg"/><Relationship Id="rId58" Type="http://schemas.openxmlformats.org/officeDocument/2006/relationships/image" Target="../media/image58.jpg"/><Relationship Id="rId74" Type="http://schemas.openxmlformats.org/officeDocument/2006/relationships/image" Target="../media/image74.jpg"/><Relationship Id="rId79" Type="http://schemas.openxmlformats.org/officeDocument/2006/relationships/image" Target="../media/image79.jpg"/><Relationship Id="rId102" Type="http://schemas.openxmlformats.org/officeDocument/2006/relationships/image" Target="../media/image102.png"/><Relationship Id="rId5" Type="http://schemas.openxmlformats.org/officeDocument/2006/relationships/image" Target="../media/image5.jpg"/><Relationship Id="rId90" Type="http://schemas.openxmlformats.org/officeDocument/2006/relationships/image" Target="../media/image90.png"/><Relationship Id="rId95" Type="http://schemas.openxmlformats.org/officeDocument/2006/relationships/image" Target="../media/image95.jpg"/><Relationship Id="rId22" Type="http://schemas.openxmlformats.org/officeDocument/2006/relationships/image" Target="../media/image22.jpg"/><Relationship Id="rId27" Type="http://schemas.openxmlformats.org/officeDocument/2006/relationships/image" Target="../media/image27.jpg"/><Relationship Id="rId43" Type="http://schemas.openxmlformats.org/officeDocument/2006/relationships/image" Target="../media/image43.png"/><Relationship Id="rId48" Type="http://schemas.openxmlformats.org/officeDocument/2006/relationships/image" Target="../media/image48.jpg"/><Relationship Id="rId64" Type="http://schemas.openxmlformats.org/officeDocument/2006/relationships/image" Target="../media/image64.jpg"/><Relationship Id="rId69" Type="http://schemas.openxmlformats.org/officeDocument/2006/relationships/image" Target="../media/image69.jpg"/><Relationship Id="rId80" Type="http://schemas.openxmlformats.org/officeDocument/2006/relationships/image" Target="../media/image80.jpg"/><Relationship Id="rId85" Type="http://schemas.openxmlformats.org/officeDocument/2006/relationships/image" Target="../media/image85.pn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33" Type="http://schemas.openxmlformats.org/officeDocument/2006/relationships/image" Target="../media/image33.jpg"/><Relationship Id="rId38" Type="http://schemas.openxmlformats.org/officeDocument/2006/relationships/image" Target="../media/image38.jpg"/><Relationship Id="rId59" Type="http://schemas.openxmlformats.org/officeDocument/2006/relationships/image" Target="../media/image59.jpg"/><Relationship Id="rId103" Type="http://schemas.openxmlformats.org/officeDocument/2006/relationships/image" Target="../media/image103.png"/><Relationship Id="rId108" Type="http://schemas.openxmlformats.org/officeDocument/2006/relationships/image" Target="../media/image108.jpg"/><Relationship Id="rId54" Type="http://schemas.openxmlformats.org/officeDocument/2006/relationships/image" Target="../media/image54.jpg"/><Relationship Id="rId70" Type="http://schemas.openxmlformats.org/officeDocument/2006/relationships/image" Target="../media/image70.jpg"/><Relationship Id="rId75" Type="http://schemas.openxmlformats.org/officeDocument/2006/relationships/image" Target="../media/image75.png"/><Relationship Id="rId91" Type="http://schemas.openxmlformats.org/officeDocument/2006/relationships/image" Target="../media/image91.jpg"/><Relationship Id="rId96" Type="http://schemas.openxmlformats.org/officeDocument/2006/relationships/image" Target="../media/image9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15" Type="http://schemas.openxmlformats.org/officeDocument/2006/relationships/image" Target="../media/image15.jpg"/><Relationship Id="rId23" Type="http://schemas.openxmlformats.org/officeDocument/2006/relationships/image" Target="../media/image23.jpg"/><Relationship Id="rId28" Type="http://schemas.openxmlformats.org/officeDocument/2006/relationships/image" Target="../media/image28.jpg"/><Relationship Id="rId36" Type="http://schemas.openxmlformats.org/officeDocument/2006/relationships/image" Target="../media/image36.png"/><Relationship Id="rId49" Type="http://schemas.openxmlformats.org/officeDocument/2006/relationships/image" Target="../media/image49.jpg"/><Relationship Id="rId57" Type="http://schemas.openxmlformats.org/officeDocument/2006/relationships/image" Target="../media/image57.jpg"/><Relationship Id="rId106" Type="http://schemas.openxmlformats.org/officeDocument/2006/relationships/image" Target="../media/image106.jpg"/><Relationship Id="rId10" Type="http://schemas.openxmlformats.org/officeDocument/2006/relationships/image" Target="../media/image10.jpg"/><Relationship Id="rId31" Type="http://schemas.openxmlformats.org/officeDocument/2006/relationships/image" Target="../media/image31.jpg"/><Relationship Id="rId44" Type="http://schemas.openxmlformats.org/officeDocument/2006/relationships/image" Target="../media/image44.jpg"/><Relationship Id="rId52" Type="http://schemas.openxmlformats.org/officeDocument/2006/relationships/image" Target="../media/image52.jpg"/><Relationship Id="rId60" Type="http://schemas.openxmlformats.org/officeDocument/2006/relationships/image" Target="../media/image60.png"/><Relationship Id="rId65" Type="http://schemas.openxmlformats.org/officeDocument/2006/relationships/image" Target="../media/image65.jpg"/><Relationship Id="rId73" Type="http://schemas.openxmlformats.org/officeDocument/2006/relationships/image" Target="../media/image73.png"/><Relationship Id="rId78" Type="http://schemas.openxmlformats.org/officeDocument/2006/relationships/image" Target="../media/image78.jpg"/><Relationship Id="rId81" Type="http://schemas.openxmlformats.org/officeDocument/2006/relationships/image" Target="../media/image81.png"/><Relationship Id="rId86" Type="http://schemas.openxmlformats.org/officeDocument/2006/relationships/image" Target="../media/image86.jpg"/><Relationship Id="rId94" Type="http://schemas.openxmlformats.org/officeDocument/2006/relationships/image" Target="../media/image94.png"/><Relationship Id="rId99" Type="http://schemas.openxmlformats.org/officeDocument/2006/relationships/image" Target="../media/image99.png"/><Relationship Id="rId101" Type="http://schemas.openxmlformats.org/officeDocument/2006/relationships/image" Target="../media/image101.jp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39" Type="http://schemas.openxmlformats.org/officeDocument/2006/relationships/image" Target="../media/image39.png"/><Relationship Id="rId109" Type="http://schemas.openxmlformats.org/officeDocument/2006/relationships/image" Target="../media/image109.jpg"/><Relationship Id="rId34" Type="http://schemas.openxmlformats.org/officeDocument/2006/relationships/image" Target="../media/image34.jpg"/><Relationship Id="rId50" Type="http://schemas.openxmlformats.org/officeDocument/2006/relationships/image" Target="../media/image50.jpg"/><Relationship Id="rId55" Type="http://schemas.openxmlformats.org/officeDocument/2006/relationships/image" Target="../media/image55.jpg"/><Relationship Id="rId76" Type="http://schemas.openxmlformats.org/officeDocument/2006/relationships/image" Target="../media/image76.jpg"/><Relationship Id="rId97" Type="http://schemas.openxmlformats.org/officeDocument/2006/relationships/image" Target="../media/image97.png"/><Relationship Id="rId104" Type="http://schemas.openxmlformats.org/officeDocument/2006/relationships/image" Target="../media/image104.png"/><Relationship Id="rId7" Type="http://schemas.openxmlformats.org/officeDocument/2006/relationships/image" Target="../media/image7.jpg"/><Relationship Id="rId71" Type="http://schemas.openxmlformats.org/officeDocument/2006/relationships/image" Target="../media/image71.png"/><Relationship Id="rId92" Type="http://schemas.openxmlformats.org/officeDocument/2006/relationships/image" Target="../media/image92.jpg"/><Relationship Id="rId2" Type="http://schemas.openxmlformats.org/officeDocument/2006/relationships/image" Target="../media/image1.png"/><Relationship Id="rId29" Type="http://schemas.openxmlformats.org/officeDocument/2006/relationships/image" Target="../media/image29.jpg"/><Relationship Id="rId24" Type="http://schemas.openxmlformats.org/officeDocument/2006/relationships/image" Target="../media/image24.jpg"/><Relationship Id="rId40" Type="http://schemas.openxmlformats.org/officeDocument/2006/relationships/image" Target="../media/image40.jpg"/><Relationship Id="rId45" Type="http://schemas.openxmlformats.org/officeDocument/2006/relationships/image" Target="../media/image45.jpg"/><Relationship Id="rId66" Type="http://schemas.openxmlformats.org/officeDocument/2006/relationships/image" Target="../media/image66.png"/><Relationship Id="rId87" Type="http://schemas.openxmlformats.org/officeDocument/2006/relationships/image" Target="../media/image87.jpg"/><Relationship Id="rId61" Type="http://schemas.openxmlformats.org/officeDocument/2006/relationships/image" Target="../media/image61.jpg"/><Relationship Id="rId82" Type="http://schemas.openxmlformats.org/officeDocument/2006/relationships/image" Target="../media/image82.jpg"/><Relationship Id="rId19" Type="http://schemas.openxmlformats.org/officeDocument/2006/relationships/image" Target="../media/image19.jpg"/><Relationship Id="rId14" Type="http://schemas.openxmlformats.org/officeDocument/2006/relationships/image" Target="../media/image14.jpg"/><Relationship Id="rId30" Type="http://schemas.openxmlformats.org/officeDocument/2006/relationships/image" Target="../media/image30.png"/><Relationship Id="rId35" Type="http://schemas.openxmlformats.org/officeDocument/2006/relationships/image" Target="../media/image35.jpg"/><Relationship Id="rId56" Type="http://schemas.openxmlformats.org/officeDocument/2006/relationships/image" Target="../media/image56.jpg"/><Relationship Id="rId77" Type="http://schemas.openxmlformats.org/officeDocument/2006/relationships/image" Target="../media/image77.jpg"/><Relationship Id="rId100" Type="http://schemas.openxmlformats.org/officeDocument/2006/relationships/image" Target="../media/image100.png"/><Relationship Id="rId105" Type="http://schemas.openxmlformats.org/officeDocument/2006/relationships/image" Target="../media/image105.jpg"/><Relationship Id="rId8" Type="http://schemas.openxmlformats.org/officeDocument/2006/relationships/image" Target="../media/image8.png"/><Relationship Id="rId51" Type="http://schemas.openxmlformats.org/officeDocument/2006/relationships/image" Target="../media/image51.jpg"/><Relationship Id="rId72" Type="http://schemas.openxmlformats.org/officeDocument/2006/relationships/image" Target="../media/image72.png"/><Relationship Id="rId93" Type="http://schemas.openxmlformats.org/officeDocument/2006/relationships/image" Target="../media/image93.jpg"/><Relationship Id="rId98" Type="http://schemas.openxmlformats.org/officeDocument/2006/relationships/image" Target="../media/image98.png"/><Relationship Id="rId3" Type="http://schemas.openxmlformats.org/officeDocument/2006/relationships/image" Target="../media/image3.png"/><Relationship Id="rId25" Type="http://schemas.openxmlformats.org/officeDocument/2006/relationships/image" Target="../media/image25.jpg"/><Relationship Id="rId46" Type="http://schemas.openxmlformats.org/officeDocument/2006/relationships/image" Target="../media/image46.jpg"/><Relationship Id="rId67" Type="http://schemas.openxmlformats.org/officeDocument/2006/relationships/image" Target="../media/image67.jpg"/><Relationship Id="rId20" Type="http://schemas.openxmlformats.org/officeDocument/2006/relationships/image" Target="../media/image20.jpg"/><Relationship Id="rId41" Type="http://schemas.openxmlformats.org/officeDocument/2006/relationships/image" Target="../media/image41.png"/><Relationship Id="rId62" Type="http://schemas.openxmlformats.org/officeDocument/2006/relationships/image" Target="../media/image62.jpg"/><Relationship Id="rId83" Type="http://schemas.openxmlformats.org/officeDocument/2006/relationships/image" Target="../media/image83.jpg"/><Relationship Id="rId88" Type="http://schemas.openxmlformats.org/officeDocument/2006/relationships/image" Target="../media/image88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  <p:sp>
        <p:nvSpPr>
          <p:cNvPr id="7" name="bg object 19">
            <a:extLst>
              <a:ext uri="{FF2B5EF4-FFF2-40B4-BE49-F238E27FC236}">
                <a16:creationId xmlns:a16="http://schemas.microsoft.com/office/drawing/2014/main" id="{FA310ACF-2B87-5764-DBA4-7F838FD8C4A0}"/>
              </a:ext>
            </a:extLst>
          </p:cNvPr>
          <p:cNvSpPr/>
          <p:nvPr userDrawn="1"/>
        </p:nvSpPr>
        <p:spPr>
          <a:xfrm>
            <a:off x="0" y="6286500"/>
            <a:ext cx="12189460" cy="571500"/>
          </a:xfrm>
          <a:custGeom>
            <a:avLst/>
            <a:gdLst/>
            <a:ahLst/>
            <a:cxnLst/>
            <a:rect l="l" t="t" r="r" b="b"/>
            <a:pathLst>
              <a:path w="12189460" h="571500">
                <a:moveTo>
                  <a:pt x="12188952" y="0"/>
                </a:moveTo>
                <a:lnTo>
                  <a:pt x="0" y="0"/>
                </a:lnTo>
                <a:lnTo>
                  <a:pt x="0" y="571500"/>
                </a:lnTo>
                <a:lnTo>
                  <a:pt x="12188952" y="5715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6F8EA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bg object 20">
            <a:extLst>
              <a:ext uri="{FF2B5EF4-FFF2-40B4-BE49-F238E27FC236}">
                <a16:creationId xmlns:a16="http://schemas.microsoft.com/office/drawing/2014/main" id="{082F40DF-B99D-0A73-DB34-4E0EBE07C003}"/>
              </a:ext>
            </a:extLst>
          </p:cNvPr>
          <p:cNvSpPr/>
          <p:nvPr userDrawn="1"/>
        </p:nvSpPr>
        <p:spPr>
          <a:xfrm>
            <a:off x="8448865" y="6472897"/>
            <a:ext cx="3305175" cy="181610"/>
          </a:xfrm>
          <a:custGeom>
            <a:avLst/>
            <a:gdLst/>
            <a:ahLst/>
            <a:cxnLst/>
            <a:rect l="l" t="t" r="r" b="b"/>
            <a:pathLst>
              <a:path w="3305175" h="181609">
                <a:moveTo>
                  <a:pt x="116840" y="60972"/>
                </a:moveTo>
                <a:lnTo>
                  <a:pt x="112509" y="40055"/>
                </a:lnTo>
                <a:lnTo>
                  <a:pt x="110439" y="37033"/>
                </a:lnTo>
                <a:lnTo>
                  <a:pt x="100736" y="22885"/>
                </a:lnTo>
                <a:lnTo>
                  <a:pt x="85331" y="12585"/>
                </a:lnTo>
                <a:lnTo>
                  <a:pt x="85331" y="60744"/>
                </a:lnTo>
                <a:lnTo>
                  <a:pt x="83324" y="70802"/>
                </a:lnTo>
                <a:lnTo>
                  <a:pt x="77863" y="78854"/>
                </a:lnTo>
                <a:lnTo>
                  <a:pt x="69850" y="84213"/>
                </a:lnTo>
                <a:lnTo>
                  <a:pt x="60134" y="86156"/>
                </a:lnTo>
                <a:lnTo>
                  <a:pt x="31788" y="86156"/>
                </a:lnTo>
                <a:lnTo>
                  <a:pt x="31788" y="37033"/>
                </a:lnTo>
                <a:lnTo>
                  <a:pt x="60134" y="37033"/>
                </a:lnTo>
                <a:lnTo>
                  <a:pt x="69850" y="38836"/>
                </a:lnTo>
                <a:lnTo>
                  <a:pt x="77863" y="43840"/>
                </a:lnTo>
                <a:lnTo>
                  <a:pt x="83324" y="51358"/>
                </a:lnTo>
                <a:lnTo>
                  <a:pt x="85331" y="60744"/>
                </a:lnTo>
                <a:lnTo>
                  <a:pt x="85331" y="12585"/>
                </a:lnTo>
                <a:lnTo>
                  <a:pt x="83337" y="11252"/>
                </a:lnTo>
                <a:lnTo>
                  <a:pt x="62103" y="6972"/>
                </a:lnTo>
                <a:lnTo>
                  <a:pt x="1968" y="6972"/>
                </a:lnTo>
                <a:lnTo>
                  <a:pt x="0" y="9169"/>
                </a:lnTo>
                <a:lnTo>
                  <a:pt x="0" y="175882"/>
                </a:lnTo>
                <a:lnTo>
                  <a:pt x="1968" y="178066"/>
                </a:lnTo>
                <a:lnTo>
                  <a:pt x="29578" y="178066"/>
                </a:lnTo>
                <a:lnTo>
                  <a:pt x="31788" y="175882"/>
                </a:lnTo>
                <a:lnTo>
                  <a:pt x="31788" y="115989"/>
                </a:lnTo>
                <a:lnTo>
                  <a:pt x="62331" y="115989"/>
                </a:lnTo>
                <a:lnTo>
                  <a:pt x="83426" y="111658"/>
                </a:lnTo>
                <a:lnTo>
                  <a:pt x="100774" y="99847"/>
                </a:lnTo>
                <a:lnTo>
                  <a:pt x="109969" y="86156"/>
                </a:lnTo>
                <a:lnTo>
                  <a:pt x="112522" y="82359"/>
                </a:lnTo>
                <a:lnTo>
                  <a:pt x="116840" y="60972"/>
                </a:lnTo>
                <a:close/>
              </a:path>
              <a:path w="3305175" h="181609">
                <a:moveTo>
                  <a:pt x="311175" y="92760"/>
                </a:moveTo>
                <a:lnTo>
                  <a:pt x="304304" y="58343"/>
                </a:lnTo>
                <a:lnTo>
                  <a:pt x="289534" y="36309"/>
                </a:lnTo>
                <a:lnTo>
                  <a:pt x="285508" y="30302"/>
                </a:lnTo>
                <a:lnTo>
                  <a:pt x="279387" y="26174"/>
                </a:lnTo>
                <a:lnTo>
                  <a:pt x="279387" y="92760"/>
                </a:lnTo>
                <a:lnTo>
                  <a:pt x="274942" y="114490"/>
                </a:lnTo>
                <a:lnTo>
                  <a:pt x="262839" y="132283"/>
                </a:lnTo>
                <a:lnTo>
                  <a:pt x="244957" y="144310"/>
                </a:lnTo>
                <a:lnTo>
                  <a:pt x="223177" y="148729"/>
                </a:lnTo>
                <a:lnTo>
                  <a:pt x="201434" y="144310"/>
                </a:lnTo>
                <a:lnTo>
                  <a:pt x="183642" y="132283"/>
                </a:lnTo>
                <a:lnTo>
                  <a:pt x="171615" y="114490"/>
                </a:lnTo>
                <a:lnTo>
                  <a:pt x="167195" y="92760"/>
                </a:lnTo>
                <a:lnTo>
                  <a:pt x="171615" y="70942"/>
                </a:lnTo>
                <a:lnTo>
                  <a:pt x="183642" y="52971"/>
                </a:lnTo>
                <a:lnTo>
                  <a:pt x="201434" y="40792"/>
                </a:lnTo>
                <a:lnTo>
                  <a:pt x="223177" y="36309"/>
                </a:lnTo>
                <a:lnTo>
                  <a:pt x="244957" y="40792"/>
                </a:lnTo>
                <a:lnTo>
                  <a:pt x="262839" y="52971"/>
                </a:lnTo>
                <a:lnTo>
                  <a:pt x="274942" y="70942"/>
                </a:lnTo>
                <a:lnTo>
                  <a:pt x="279387" y="92760"/>
                </a:lnTo>
                <a:lnTo>
                  <a:pt x="279387" y="26174"/>
                </a:lnTo>
                <a:lnTo>
                  <a:pt x="257556" y="11430"/>
                </a:lnTo>
                <a:lnTo>
                  <a:pt x="223177" y="4521"/>
                </a:lnTo>
                <a:lnTo>
                  <a:pt x="188836" y="11430"/>
                </a:lnTo>
                <a:lnTo>
                  <a:pt x="160959" y="30302"/>
                </a:lnTo>
                <a:lnTo>
                  <a:pt x="142252" y="58343"/>
                </a:lnTo>
                <a:lnTo>
                  <a:pt x="135420" y="92760"/>
                </a:lnTo>
                <a:lnTo>
                  <a:pt x="142252" y="127088"/>
                </a:lnTo>
                <a:lnTo>
                  <a:pt x="160959" y="154952"/>
                </a:lnTo>
                <a:lnTo>
                  <a:pt x="188836" y="173659"/>
                </a:lnTo>
                <a:lnTo>
                  <a:pt x="223177" y="180505"/>
                </a:lnTo>
                <a:lnTo>
                  <a:pt x="257556" y="173659"/>
                </a:lnTo>
                <a:lnTo>
                  <a:pt x="285508" y="154952"/>
                </a:lnTo>
                <a:lnTo>
                  <a:pt x="289712" y="148729"/>
                </a:lnTo>
                <a:lnTo>
                  <a:pt x="304304" y="127088"/>
                </a:lnTo>
                <a:lnTo>
                  <a:pt x="311175" y="92760"/>
                </a:lnTo>
                <a:close/>
              </a:path>
              <a:path w="3305175" h="181609">
                <a:moveTo>
                  <a:pt x="435584" y="150926"/>
                </a:moveTo>
                <a:lnTo>
                  <a:pt x="433628" y="148729"/>
                </a:lnTo>
                <a:lnTo>
                  <a:pt x="368617" y="148729"/>
                </a:lnTo>
                <a:lnTo>
                  <a:pt x="368617" y="9169"/>
                </a:lnTo>
                <a:lnTo>
                  <a:pt x="366407" y="6972"/>
                </a:lnTo>
                <a:lnTo>
                  <a:pt x="338797" y="6972"/>
                </a:lnTo>
                <a:lnTo>
                  <a:pt x="336829" y="9169"/>
                </a:lnTo>
                <a:lnTo>
                  <a:pt x="336829" y="175882"/>
                </a:lnTo>
                <a:lnTo>
                  <a:pt x="338797" y="178066"/>
                </a:lnTo>
                <a:lnTo>
                  <a:pt x="433628" y="178066"/>
                </a:lnTo>
                <a:lnTo>
                  <a:pt x="435584" y="175882"/>
                </a:lnTo>
                <a:lnTo>
                  <a:pt x="435584" y="150926"/>
                </a:lnTo>
                <a:close/>
              </a:path>
              <a:path w="3305175" h="181609">
                <a:moveTo>
                  <a:pt x="499630" y="9169"/>
                </a:moveTo>
                <a:lnTo>
                  <a:pt x="497420" y="6972"/>
                </a:lnTo>
                <a:lnTo>
                  <a:pt x="469811" y="6972"/>
                </a:lnTo>
                <a:lnTo>
                  <a:pt x="467601" y="9169"/>
                </a:lnTo>
                <a:lnTo>
                  <a:pt x="467601" y="175882"/>
                </a:lnTo>
                <a:lnTo>
                  <a:pt x="469811" y="178066"/>
                </a:lnTo>
                <a:lnTo>
                  <a:pt x="497420" y="178066"/>
                </a:lnTo>
                <a:lnTo>
                  <a:pt x="499630" y="175882"/>
                </a:lnTo>
                <a:lnTo>
                  <a:pt x="499630" y="9169"/>
                </a:lnTo>
                <a:close/>
              </a:path>
              <a:path w="3305175" h="181609">
                <a:moveTo>
                  <a:pt x="646518" y="9169"/>
                </a:moveTo>
                <a:lnTo>
                  <a:pt x="644575" y="6972"/>
                </a:lnTo>
                <a:lnTo>
                  <a:pt x="532371" y="6972"/>
                </a:lnTo>
                <a:lnTo>
                  <a:pt x="530402" y="9169"/>
                </a:lnTo>
                <a:lnTo>
                  <a:pt x="530402" y="34086"/>
                </a:lnTo>
                <a:lnTo>
                  <a:pt x="532371" y="36309"/>
                </a:lnTo>
                <a:lnTo>
                  <a:pt x="572452" y="36309"/>
                </a:lnTo>
                <a:lnTo>
                  <a:pt x="572452" y="175882"/>
                </a:lnTo>
                <a:lnTo>
                  <a:pt x="574662" y="178066"/>
                </a:lnTo>
                <a:lnTo>
                  <a:pt x="602284" y="178066"/>
                </a:lnTo>
                <a:lnTo>
                  <a:pt x="604481" y="175882"/>
                </a:lnTo>
                <a:lnTo>
                  <a:pt x="604481" y="36309"/>
                </a:lnTo>
                <a:lnTo>
                  <a:pt x="644575" y="36309"/>
                </a:lnTo>
                <a:lnTo>
                  <a:pt x="646518" y="34086"/>
                </a:lnTo>
                <a:lnTo>
                  <a:pt x="646518" y="9169"/>
                </a:lnTo>
                <a:close/>
              </a:path>
              <a:path w="3305175" h="181609">
                <a:moveTo>
                  <a:pt x="783145" y="9169"/>
                </a:moveTo>
                <a:lnTo>
                  <a:pt x="781215" y="6972"/>
                </a:lnTo>
                <a:lnTo>
                  <a:pt x="676351" y="6972"/>
                </a:lnTo>
                <a:lnTo>
                  <a:pt x="674395" y="9169"/>
                </a:lnTo>
                <a:lnTo>
                  <a:pt x="674395" y="175882"/>
                </a:lnTo>
                <a:lnTo>
                  <a:pt x="676351" y="178066"/>
                </a:lnTo>
                <a:lnTo>
                  <a:pt x="781215" y="178066"/>
                </a:lnTo>
                <a:lnTo>
                  <a:pt x="783145" y="175882"/>
                </a:lnTo>
                <a:lnTo>
                  <a:pt x="783145" y="150926"/>
                </a:lnTo>
                <a:lnTo>
                  <a:pt x="781215" y="148729"/>
                </a:lnTo>
                <a:lnTo>
                  <a:pt x="706158" y="148729"/>
                </a:lnTo>
                <a:lnTo>
                  <a:pt x="706158" y="105956"/>
                </a:lnTo>
                <a:lnTo>
                  <a:pt x="768985" y="105956"/>
                </a:lnTo>
                <a:lnTo>
                  <a:pt x="771182" y="104013"/>
                </a:lnTo>
                <a:lnTo>
                  <a:pt x="771182" y="78574"/>
                </a:lnTo>
                <a:lnTo>
                  <a:pt x="768985" y="76377"/>
                </a:lnTo>
                <a:lnTo>
                  <a:pt x="706158" y="76377"/>
                </a:lnTo>
                <a:lnTo>
                  <a:pt x="706158" y="36309"/>
                </a:lnTo>
                <a:lnTo>
                  <a:pt x="781215" y="36309"/>
                </a:lnTo>
                <a:lnTo>
                  <a:pt x="783145" y="34086"/>
                </a:lnTo>
                <a:lnTo>
                  <a:pt x="783145" y="9169"/>
                </a:lnTo>
                <a:close/>
              </a:path>
              <a:path w="3305175" h="181609">
                <a:moveTo>
                  <a:pt x="957910" y="151904"/>
                </a:moveTo>
                <a:lnTo>
                  <a:pt x="955967" y="150202"/>
                </a:lnTo>
                <a:lnTo>
                  <a:pt x="954316" y="148501"/>
                </a:lnTo>
                <a:lnTo>
                  <a:pt x="940828" y="134569"/>
                </a:lnTo>
                <a:lnTo>
                  <a:pt x="939368" y="133096"/>
                </a:lnTo>
                <a:lnTo>
                  <a:pt x="936650" y="132829"/>
                </a:lnTo>
                <a:lnTo>
                  <a:pt x="934694" y="134569"/>
                </a:lnTo>
                <a:lnTo>
                  <a:pt x="926592" y="140246"/>
                </a:lnTo>
                <a:lnTo>
                  <a:pt x="917663" y="144640"/>
                </a:lnTo>
                <a:lnTo>
                  <a:pt x="907897" y="147485"/>
                </a:lnTo>
                <a:lnTo>
                  <a:pt x="897305" y="148501"/>
                </a:lnTo>
                <a:lnTo>
                  <a:pt x="875550" y="143967"/>
                </a:lnTo>
                <a:lnTo>
                  <a:pt x="858189" y="131711"/>
                </a:lnTo>
                <a:lnTo>
                  <a:pt x="846696" y="113728"/>
                </a:lnTo>
                <a:lnTo>
                  <a:pt x="842543" y="92011"/>
                </a:lnTo>
                <a:lnTo>
                  <a:pt x="846658" y="70116"/>
                </a:lnTo>
                <a:lnTo>
                  <a:pt x="858075" y="51993"/>
                </a:lnTo>
                <a:lnTo>
                  <a:pt x="875347" y="39624"/>
                </a:lnTo>
                <a:lnTo>
                  <a:pt x="897064" y="35064"/>
                </a:lnTo>
                <a:lnTo>
                  <a:pt x="907275" y="36042"/>
                </a:lnTo>
                <a:lnTo>
                  <a:pt x="917168" y="38887"/>
                </a:lnTo>
                <a:lnTo>
                  <a:pt x="926414" y="43421"/>
                </a:lnTo>
                <a:lnTo>
                  <a:pt x="934694" y="49491"/>
                </a:lnTo>
                <a:lnTo>
                  <a:pt x="936650" y="51460"/>
                </a:lnTo>
                <a:lnTo>
                  <a:pt x="939101" y="51460"/>
                </a:lnTo>
                <a:lnTo>
                  <a:pt x="940828" y="49491"/>
                </a:lnTo>
                <a:lnTo>
                  <a:pt x="954786" y="35064"/>
                </a:lnTo>
                <a:lnTo>
                  <a:pt x="955725" y="34086"/>
                </a:lnTo>
                <a:lnTo>
                  <a:pt x="957694" y="32131"/>
                </a:lnTo>
                <a:lnTo>
                  <a:pt x="957694" y="29210"/>
                </a:lnTo>
                <a:lnTo>
                  <a:pt x="913650" y="5969"/>
                </a:lnTo>
                <a:lnTo>
                  <a:pt x="896327" y="4521"/>
                </a:lnTo>
                <a:lnTo>
                  <a:pt x="861923" y="11430"/>
                </a:lnTo>
                <a:lnTo>
                  <a:pt x="833882" y="30302"/>
                </a:lnTo>
                <a:lnTo>
                  <a:pt x="815009" y="58343"/>
                </a:lnTo>
                <a:lnTo>
                  <a:pt x="808101" y="92760"/>
                </a:lnTo>
                <a:lnTo>
                  <a:pt x="815009" y="127088"/>
                </a:lnTo>
                <a:lnTo>
                  <a:pt x="833882" y="154952"/>
                </a:lnTo>
                <a:lnTo>
                  <a:pt x="861923" y="173659"/>
                </a:lnTo>
                <a:lnTo>
                  <a:pt x="896327" y="180505"/>
                </a:lnTo>
                <a:lnTo>
                  <a:pt x="912456" y="179070"/>
                </a:lnTo>
                <a:lnTo>
                  <a:pt x="955725" y="156806"/>
                </a:lnTo>
                <a:lnTo>
                  <a:pt x="957910" y="151904"/>
                </a:lnTo>
                <a:close/>
              </a:path>
              <a:path w="3305175" h="181609">
                <a:moveTo>
                  <a:pt x="1132674" y="9169"/>
                </a:moveTo>
                <a:lnTo>
                  <a:pt x="1130490" y="6972"/>
                </a:lnTo>
                <a:lnTo>
                  <a:pt x="1102880" y="6972"/>
                </a:lnTo>
                <a:lnTo>
                  <a:pt x="1100912" y="9169"/>
                </a:lnTo>
                <a:lnTo>
                  <a:pt x="1100912" y="112560"/>
                </a:lnTo>
                <a:lnTo>
                  <a:pt x="1100683" y="112560"/>
                </a:lnTo>
                <a:lnTo>
                  <a:pt x="1059027" y="68300"/>
                </a:lnTo>
                <a:lnTo>
                  <a:pt x="998994" y="4521"/>
                </a:lnTo>
                <a:lnTo>
                  <a:pt x="990434" y="4521"/>
                </a:lnTo>
                <a:lnTo>
                  <a:pt x="988225" y="6489"/>
                </a:lnTo>
                <a:lnTo>
                  <a:pt x="988225" y="175882"/>
                </a:lnTo>
                <a:lnTo>
                  <a:pt x="990434" y="178066"/>
                </a:lnTo>
                <a:lnTo>
                  <a:pt x="1017816" y="178066"/>
                </a:lnTo>
                <a:lnTo>
                  <a:pt x="1019759" y="175882"/>
                </a:lnTo>
                <a:lnTo>
                  <a:pt x="1019759" y="68300"/>
                </a:lnTo>
                <a:lnTo>
                  <a:pt x="1020025" y="68300"/>
                </a:lnTo>
                <a:lnTo>
                  <a:pt x="1122184" y="180505"/>
                </a:lnTo>
                <a:lnTo>
                  <a:pt x="1130490" y="180505"/>
                </a:lnTo>
                <a:lnTo>
                  <a:pt x="1132674" y="178562"/>
                </a:lnTo>
                <a:lnTo>
                  <a:pt x="1132674" y="112560"/>
                </a:lnTo>
                <a:lnTo>
                  <a:pt x="1132674" y="9169"/>
                </a:lnTo>
                <a:close/>
              </a:path>
              <a:path w="3305175" h="181609">
                <a:moveTo>
                  <a:pt x="1206754" y="9169"/>
                </a:moveTo>
                <a:lnTo>
                  <a:pt x="1204556" y="6972"/>
                </a:lnTo>
                <a:lnTo>
                  <a:pt x="1176934" y="6972"/>
                </a:lnTo>
                <a:lnTo>
                  <a:pt x="1174737" y="9169"/>
                </a:lnTo>
                <a:lnTo>
                  <a:pt x="1174737" y="175882"/>
                </a:lnTo>
                <a:lnTo>
                  <a:pt x="1176934" y="178066"/>
                </a:lnTo>
                <a:lnTo>
                  <a:pt x="1204556" y="178066"/>
                </a:lnTo>
                <a:lnTo>
                  <a:pt x="1206754" y="175882"/>
                </a:lnTo>
                <a:lnTo>
                  <a:pt x="1206754" y="9169"/>
                </a:lnTo>
                <a:close/>
              </a:path>
              <a:path w="3305175" h="181609">
                <a:moveTo>
                  <a:pt x="1388605" y="151904"/>
                </a:moveTo>
                <a:lnTo>
                  <a:pt x="1386662" y="150202"/>
                </a:lnTo>
                <a:lnTo>
                  <a:pt x="1385011" y="148501"/>
                </a:lnTo>
                <a:lnTo>
                  <a:pt x="1371523" y="134569"/>
                </a:lnTo>
                <a:lnTo>
                  <a:pt x="1370037" y="133096"/>
                </a:lnTo>
                <a:lnTo>
                  <a:pt x="1367345" y="132829"/>
                </a:lnTo>
                <a:lnTo>
                  <a:pt x="1365377" y="134569"/>
                </a:lnTo>
                <a:lnTo>
                  <a:pt x="1357274" y="140246"/>
                </a:lnTo>
                <a:lnTo>
                  <a:pt x="1348346" y="144640"/>
                </a:lnTo>
                <a:lnTo>
                  <a:pt x="1338580" y="147485"/>
                </a:lnTo>
                <a:lnTo>
                  <a:pt x="1327988" y="148501"/>
                </a:lnTo>
                <a:lnTo>
                  <a:pt x="1306233" y="143967"/>
                </a:lnTo>
                <a:lnTo>
                  <a:pt x="1288872" y="131711"/>
                </a:lnTo>
                <a:lnTo>
                  <a:pt x="1277378" y="113728"/>
                </a:lnTo>
                <a:lnTo>
                  <a:pt x="1273225" y="92011"/>
                </a:lnTo>
                <a:lnTo>
                  <a:pt x="1277340" y="70116"/>
                </a:lnTo>
                <a:lnTo>
                  <a:pt x="1288757" y="51993"/>
                </a:lnTo>
                <a:lnTo>
                  <a:pt x="1306029" y="39624"/>
                </a:lnTo>
                <a:lnTo>
                  <a:pt x="1327746" y="35064"/>
                </a:lnTo>
                <a:lnTo>
                  <a:pt x="1337957" y="36042"/>
                </a:lnTo>
                <a:lnTo>
                  <a:pt x="1347851" y="38887"/>
                </a:lnTo>
                <a:lnTo>
                  <a:pt x="1357096" y="43421"/>
                </a:lnTo>
                <a:lnTo>
                  <a:pt x="1365377" y="49491"/>
                </a:lnTo>
                <a:lnTo>
                  <a:pt x="1367345" y="51460"/>
                </a:lnTo>
                <a:lnTo>
                  <a:pt x="1369783" y="51460"/>
                </a:lnTo>
                <a:lnTo>
                  <a:pt x="1371523" y="49491"/>
                </a:lnTo>
                <a:lnTo>
                  <a:pt x="1385468" y="35064"/>
                </a:lnTo>
                <a:lnTo>
                  <a:pt x="1386408" y="34086"/>
                </a:lnTo>
                <a:lnTo>
                  <a:pt x="1388364" y="32131"/>
                </a:lnTo>
                <a:lnTo>
                  <a:pt x="1388364" y="29210"/>
                </a:lnTo>
                <a:lnTo>
                  <a:pt x="1344333" y="5969"/>
                </a:lnTo>
                <a:lnTo>
                  <a:pt x="1327010" y="4521"/>
                </a:lnTo>
                <a:lnTo>
                  <a:pt x="1292606" y="11430"/>
                </a:lnTo>
                <a:lnTo>
                  <a:pt x="1264577" y="30302"/>
                </a:lnTo>
                <a:lnTo>
                  <a:pt x="1245704" y="58343"/>
                </a:lnTo>
                <a:lnTo>
                  <a:pt x="1238783" y="92760"/>
                </a:lnTo>
                <a:lnTo>
                  <a:pt x="1245704" y="127088"/>
                </a:lnTo>
                <a:lnTo>
                  <a:pt x="1264577" y="154952"/>
                </a:lnTo>
                <a:lnTo>
                  <a:pt x="1292606" y="173659"/>
                </a:lnTo>
                <a:lnTo>
                  <a:pt x="1327010" y="180505"/>
                </a:lnTo>
                <a:lnTo>
                  <a:pt x="1343139" y="179070"/>
                </a:lnTo>
                <a:lnTo>
                  <a:pt x="1386408" y="156806"/>
                </a:lnTo>
                <a:lnTo>
                  <a:pt x="1388605" y="151904"/>
                </a:lnTo>
                <a:close/>
              </a:path>
              <a:path w="3305175" h="181609">
                <a:moveTo>
                  <a:pt x="1584883" y="92760"/>
                </a:moveTo>
                <a:lnTo>
                  <a:pt x="1578013" y="58343"/>
                </a:lnTo>
                <a:lnTo>
                  <a:pt x="1563255" y="36309"/>
                </a:lnTo>
                <a:lnTo>
                  <a:pt x="1559229" y="30302"/>
                </a:lnTo>
                <a:lnTo>
                  <a:pt x="1553095" y="26162"/>
                </a:lnTo>
                <a:lnTo>
                  <a:pt x="1553095" y="92760"/>
                </a:lnTo>
                <a:lnTo>
                  <a:pt x="1548650" y="114490"/>
                </a:lnTo>
                <a:lnTo>
                  <a:pt x="1536547" y="132283"/>
                </a:lnTo>
                <a:lnTo>
                  <a:pt x="1518666" y="144310"/>
                </a:lnTo>
                <a:lnTo>
                  <a:pt x="1496898" y="148729"/>
                </a:lnTo>
                <a:lnTo>
                  <a:pt x="1475155" y="144310"/>
                </a:lnTo>
                <a:lnTo>
                  <a:pt x="1457350" y="132283"/>
                </a:lnTo>
                <a:lnTo>
                  <a:pt x="1445323" y="114490"/>
                </a:lnTo>
                <a:lnTo>
                  <a:pt x="1440903" y="92760"/>
                </a:lnTo>
                <a:lnTo>
                  <a:pt x="1445323" y="70942"/>
                </a:lnTo>
                <a:lnTo>
                  <a:pt x="1457350" y="52971"/>
                </a:lnTo>
                <a:lnTo>
                  <a:pt x="1475155" y="40792"/>
                </a:lnTo>
                <a:lnTo>
                  <a:pt x="1496898" y="36309"/>
                </a:lnTo>
                <a:lnTo>
                  <a:pt x="1518666" y="40792"/>
                </a:lnTo>
                <a:lnTo>
                  <a:pt x="1536547" y="52971"/>
                </a:lnTo>
                <a:lnTo>
                  <a:pt x="1548650" y="70942"/>
                </a:lnTo>
                <a:lnTo>
                  <a:pt x="1553095" y="92760"/>
                </a:lnTo>
                <a:lnTo>
                  <a:pt x="1553095" y="26162"/>
                </a:lnTo>
                <a:lnTo>
                  <a:pt x="1531277" y="11430"/>
                </a:lnTo>
                <a:lnTo>
                  <a:pt x="1496898" y="4521"/>
                </a:lnTo>
                <a:lnTo>
                  <a:pt x="1462557" y="11430"/>
                </a:lnTo>
                <a:lnTo>
                  <a:pt x="1434680" y="30302"/>
                </a:lnTo>
                <a:lnTo>
                  <a:pt x="1415973" y="58343"/>
                </a:lnTo>
                <a:lnTo>
                  <a:pt x="1409141" y="92760"/>
                </a:lnTo>
                <a:lnTo>
                  <a:pt x="1415973" y="127088"/>
                </a:lnTo>
                <a:lnTo>
                  <a:pt x="1434680" y="154952"/>
                </a:lnTo>
                <a:lnTo>
                  <a:pt x="1462557" y="173659"/>
                </a:lnTo>
                <a:lnTo>
                  <a:pt x="1496898" y="180505"/>
                </a:lnTo>
                <a:lnTo>
                  <a:pt x="1531277" y="173659"/>
                </a:lnTo>
                <a:lnTo>
                  <a:pt x="1559229" y="154952"/>
                </a:lnTo>
                <a:lnTo>
                  <a:pt x="1563433" y="148729"/>
                </a:lnTo>
                <a:lnTo>
                  <a:pt x="1578013" y="127088"/>
                </a:lnTo>
                <a:lnTo>
                  <a:pt x="1584883" y="92760"/>
                </a:lnTo>
                <a:close/>
              </a:path>
              <a:path w="3305175" h="181609">
                <a:moveTo>
                  <a:pt x="1946148" y="176390"/>
                </a:moveTo>
                <a:lnTo>
                  <a:pt x="1945398" y="172847"/>
                </a:lnTo>
                <a:lnTo>
                  <a:pt x="1925218" y="62674"/>
                </a:lnTo>
                <a:lnTo>
                  <a:pt x="1914436" y="3784"/>
                </a:lnTo>
                <a:lnTo>
                  <a:pt x="1913915" y="1803"/>
                </a:lnTo>
                <a:lnTo>
                  <a:pt x="1911934" y="0"/>
                </a:lnTo>
                <a:lnTo>
                  <a:pt x="1904149" y="0"/>
                </a:lnTo>
                <a:lnTo>
                  <a:pt x="1902117" y="1282"/>
                </a:lnTo>
                <a:lnTo>
                  <a:pt x="1901609" y="2794"/>
                </a:lnTo>
                <a:lnTo>
                  <a:pt x="1849297" y="131343"/>
                </a:lnTo>
                <a:lnTo>
                  <a:pt x="1848256" y="131343"/>
                </a:lnTo>
                <a:lnTo>
                  <a:pt x="1820176" y="62674"/>
                </a:lnTo>
                <a:lnTo>
                  <a:pt x="1795691" y="2794"/>
                </a:lnTo>
                <a:lnTo>
                  <a:pt x="1795183" y="1282"/>
                </a:lnTo>
                <a:lnTo>
                  <a:pt x="1792909" y="0"/>
                </a:lnTo>
                <a:lnTo>
                  <a:pt x="1785378" y="0"/>
                </a:lnTo>
                <a:lnTo>
                  <a:pt x="1783359" y="1803"/>
                </a:lnTo>
                <a:lnTo>
                  <a:pt x="1782838" y="3784"/>
                </a:lnTo>
                <a:lnTo>
                  <a:pt x="1751647" y="172847"/>
                </a:lnTo>
                <a:lnTo>
                  <a:pt x="1751139" y="176390"/>
                </a:lnTo>
                <a:lnTo>
                  <a:pt x="1752917" y="178638"/>
                </a:lnTo>
                <a:lnTo>
                  <a:pt x="1774786" y="178638"/>
                </a:lnTo>
                <a:lnTo>
                  <a:pt x="1777060" y="176898"/>
                </a:lnTo>
                <a:lnTo>
                  <a:pt x="1777301" y="175107"/>
                </a:lnTo>
                <a:lnTo>
                  <a:pt x="1795424" y="62674"/>
                </a:lnTo>
                <a:lnTo>
                  <a:pt x="1796453" y="62674"/>
                </a:lnTo>
                <a:lnTo>
                  <a:pt x="1841995" y="178396"/>
                </a:lnTo>
                <a:lnTo>
                  <a:pt x="1842477" y="179882"/>
                </a:lnTo>
                <a:lnTo>
                  <a:pt x="1844243" y="181152"/>
                </a:lnTo>
                <a:lnTo>
                  <a:pt x="1853044" y="181152"/>
                </a:lnTo>
                <a:lnTo>
                  <a:pt x="1854530" y="179882"/>
                </a:lnTo>
                <a:lnTo>
                  <a:pt x="1855050" y="178396"/>
                </a:lnTo>
                <a:lnTo>
                  <a:pt x="1873465" y="131343"/>
                </a:lnTo>
                <a:lnTo>
                  <a:pt x="1900351" y="62674"/>
                </a:lnTo>
                <a:lnTo>
                  <a:pt x="1901088" y="62674"/>
                </a:lnTo>
                <a:lnTo>
                  <a:pt x="1919719" y="175107"/>
                </a:lnTo>
                <a:lnTo>
                  <a:pt x="1920227" y="176898"/>
                </a:lnTo>
                <a:lnTo>
                  <a:pt x="1922233" y="178638"/>
                </a:lnTo>
                <a:lnTo>
                  <a:pt x="1944408" y="178638"/>
                </a:lnTo>
                <a:lnTo>
                  <a:pt x="1946148" y="176390"/>
                </a:lnTo>
                <a:close/>
              </a:path>
              <a:path w="3305175" h="181609">
                <a:moveTo>
                  <a:pt x="2008543" y="4813"/>
                </a:moveTo>
                <a:lnTo>
                  <a:pt x="2006295" y="2552"/>
                </a:lnTo>
                <a:lnTo>
                  <a:pt x="1984667" y="2552"/>
                </a:lnTo>
                <a:lnTo>
                  <a:pt x="1982368" y="4813"/>
                </a:lnTo>
                <a:lnTo>
                  <a:pt x="1982368" y="176390"/>
                </a:lnTo>
                <a:lnTo>
                  <a:pt x="1984667" y="178638"/>
                </a:lnTo>
                <a:lnTo>
                  <a:pt x="2006295" y="178638"/>
                </a:lnTo>
                <a:lnTo>
                  <a:pt x="2008543" y="176390"/>
                </a:lnTo>
                <a:lnTo>
                  <a:pt x="2008543" y="4813"/>
                </a:lnTo>
                <a:close/>
              </a:path>
              <a:path w="3305175" h="181609">
                <a:moveTo>
                  <a:pt x="2156498" y="157543"/>
                </a:moveTo>
                <a:lnTo>
                  <a:pt x="2154466" y="155270"/>
                </a:lnTo>
                <a:lnTo>
                  <a:pt x="2083562" y="155270"/>
                </a:lnTo>
                <a:lnTo>
                  <a:pt x="2083562" y="4813"/>
                </a:lnTo>
                <a:lnTo>
                  <a:pt x="2081263" y="2552"/>
                </a:lnTo>
                <a:lnTo>
                  <a:pt x="2059381" y="2552"/>
                </a:lnTo>
                <a:lnTo>
                  <a:pt x="2057349" y="4813"/>
                </a:lnTo>
                <a:lnTo>
                  <a:pt x="2057349" y="176390"/>
                </a:lnTo>
                <a:lnTo>
                  <a:pt x="2059381" y="178638"/>
                </a:lnTo>
                <a:lnTo>
                  <a:pt x="2154466" y="178638"/>
                </a:lnTo>
                <a:lnTo>
                  <a:pt x="2156498" y="176390"/>
                </a:lnTo>
                <a:lnTo>
                  <a:pt x="2156498" y="157543"/>
                </a:lnTo>
                <a:close/>
              </a:path>
              <a:path w="3305175" h="181609">
                <a:moveTo>
                  <a:pt x="2338425" y="175348"/>
                </a:moveTo>
                <a:lnTo>
                  <a:pt x="2336901" y="172123"/>
                </a:lnTo>
                <a:lnTo>
                  <a:pt x="2322525" y="140411"/>
                </a:lnTo>
                <a:lnTo>
                  <a:pt x="2312708" y="118757"/>
                </a:lnTo>
                <a:lnTo>
                  <a:pt x="2285796" y="59397"/>
                </a:lnTo>
                <a:lnTo>
                  <a:pt x="2285796" y="118757"/>
                </a:lnTo>
                <a:lnTo>
                  <a:pt x="2222931" y="118757"/>
                </a:lnTo>
                <a:lnTo>
                  <a:pt x="2253602" y="49834"/>
                </a:lnTo>
                <a:lnTo>
                  <a:pt x="2254885" y="49834"/>
                </a:lnTo>
                <a:lnTo>
                  <a:pt x="2285796" y="118757"/>
                </a:lnTo>
                <a:lnTo>
                  <a:pt x="2285796" y="59397"/>
                </a:lnTo>
                <a:lnTo>
                  <a:pt x="2281466" y="49834"/>
                </a:lnTo>
                <a:lnTo>
                  <a:pt x="2260155" y="2794"/>
                </a:lnTo>
                <a:lnTo>
                  <a:pt x="2259419" y="1282"/>
                </a:lnTo>
                <a:lnTo>
                  <a:pt x="2257145" y="0"/>
                </a:lnTo>
                <a:lnTo>
                  <a:pt x="2252116" y="0"/>
                </a:lnTo>
                <a:lnTo>
                  <a:pt x="2249830" y="1282"/>
                </a:lnTo>
                <a:lnTo>
                  <a:pt x="2249093" y="2794"/>
                </a:lnTo>
                <a:lnTo>
                  <a:pt x="2170341" y="175348"/>
                </a:lnTo>
                <a:lnTo>
                  <a:pt x="2172347" y="178638"/>
                </a:lnTo>
                <a:lnTo>
                  <a:pt x="2194991" y="178638"/>
                </a:lnTo>
                <a:lnTo>
                  <a:pt x="2197011" y="176657"/>
                </a:lnTo>
                <a:lnTo>
                  <a:pt x="2197760" y="174904"/>
                </a:lnTo>
                <a:lnTo>
                  <a:pt x="2201557" y="166230"/>
                </a:lnTo>
                <a:lnTo>
                  <a:pt x="2209279" y="149034"/>
                </a:lnTo>
                <a:lnTo>
                  <a:pt x="2213102" y="140411"/>
                </a:lnTo>
                <a:lnTo>
                  <a:pt x="2295372" y="140411"/>
                </a:lnTo>
                <a:lnTo>
                  <a:pt x="2310981" y="174904"/>
                </a:lnTo>
                <a:lnTo>
                  <a:pt x="2311997" y="177114"/>
                </a:lnTo>
                <a:lnTo>
                  <a:pt x="2313775" y="178638"/>
                </a:lnTo>
                <a:lnTo>
                  <a:pt x="2336406" y="178638"/>
                </a:lnTo>
                <a:lnTo>
                  <a:pt x="2338425" y="175348"/>
                </a:lnTo>
                <a:close/>
              </a:path>
              <a:path w="3305175" h="181609">
                <a:moveTo>
                  <a:pt x="2508250" y="4813"/>
                </a:moveTo>
                <a:lnTo>
                  <a:pt x="2505976" y="2552"/>
                </a:lnTo>
                <a:lnTo>
                  <a:pt x="2484602" y="2552"/>
                </a:lnTo>
                <a:lnTo>
                  <a:pt x="2482570" y="4813"/>
                </a:lnTo>
                <a:lnTo>
                  <a:pt x="2482570" y="126301"/>
                </a:lnTo>
                <a:lnTo>
                  <a:pt x="2482329" y="126301"/>
                </a:lnTo>
                <a:lnTo>
                  <a:pt x="2417508" y="51346"/>
                </a:lnTo>
                <a:lnTo>
                  <a:pt x="2373122" y="0"/>
                </a:lnTo>
                <a:lnTo>
                  <a:pt x="2364321" y="0"/>
                </a:lnTo>
                <a:lnTo>
                  <a:pt x="2362060" y="2032"/>
                </a:lnTo>
                <a:lnTo>
                  <a:pt x="2362060" y="176390"/>
                </a:lnTo>
                <a:lnTo>
                  <a:pt x="2364321" y="178638"/>
                </a:lnTo>
                <a:lnTo>
                  <a:pt x="2385428" y="178638"/>
                </a:lnTo>
                <a:lnTo>
                  <a:pt x="2387460" y="176390"/>
                </a:lnTo>
                <a:lnTo>
                  <a:pt x="2387460" y="51346"/>
                </a:lnTo>
                <a:lnTo>
                  <a:pt x="2387727" y="51346"/>
                </a:lnTo>
                <a:lnTo>
                  <a:pt x="2496921" y="181152"/>
                </a:lnTo>
                <a:lnTo>
                  <a:pt x="2505976" y="181152"/>
                </a:lnTo>
                <a:lnTo>
                  <a:pt x="2508250" y="179158"/>
                </a:lnTo>
                <a:lnTo>
                  <a:pt x="2508250" y="126301"/>
                </a:lnTo>
                <a:lnTo>
                  <a:pt x="2508250" y="4813"/>
                </a:lnTo>
                <a:close/>
              </a:path>
              <a:path w="3305175" h="181609">
                <a:moveTo>
                  <a:pt x="2725140" y="90855"/>
                </a:moveTo>
                <a:lnTo>
                  <a:pt x="2718054" y="55435"/>
                </a:lnTo>
                <a:lnTo>
                  <a:pt x="2699969" y="28435"/>
                </a:lnTo>
                <a:lnTo>
                  <a:pt x="2699969" y="90855"/>
                </a:lnTo>
                <a:lnTo>
                  <a:pt x="2694800" y="116192"/>
                </a:lnTo>
                <a:lnTo>
                  <a:pt x="2680741" y="136906"/>
                </a:lnTo>
                <a:lnTo>
                  <a:pt x="2659938" y="150901"/>
                </a:lnTo>
                <a:lnTo>
                  <a:pt x="2634538" y="156032"/>
                </a:lnTo>
                <a:lnTo>
                  <a:pt x="2609278" y="150901"/>
                </a:lnTo>
                <a:lnTo>
                  <a:pt x="2588564" y="136906"/>
                </a:lnTo>
                <a:lnTo>
                  <a:pt x="2574544" y="116192"/>
                </a:lnTo>
                <a:lnTo>
                  <a:pt x="2569387" y="90855"/>
                </a:lnTo>
                <a:lnTo>
                  <a:pt x="2574544" y="65519"/>
                </a:lnTo>
                <a:lnTo>
                  <a:pt x="2588564" y="44627"/>
                </a:lnTo>
                <a:lnTo>
                  <a:pt x="2609278" y="30441"/>
                </a:lnTo>
                <a:lnTo>
                  <a:pt x="2634538" y="25209"/>
                </a:lnTo>
                <a:lnTo>
                  <a:pt x="2659938" y="30441"/>
                </a:lnTo>
                <a:lnTo>
                  <a:pt x="2680741" y="44627"/>
                </a:lnTo>
                <a:lnTo>
                  <a:pt x="2694800" y="65519"/>
                </a:lnTo>
                <a:lnTo>
                  <a:pt x="2699969" y="90855"/>
                </a:lnTo>
                <a:lnTo>
                  <a:pt x="2699969" y="28435"/>
                </a:lnTo>
                <a:lnTo>
                  <a:pt x="2698712" y="26555"/>
                </a:lnTo>
                <a:lnTo>
                  <a:pt x="2696705" y="25209"/>
                </a:lnTo>
                <a:lnTo>
                  <a:pt x="2669933" y="7112"/>
                </a:lnTo>
                <a:lnTo>
                  <a:pt x="2634538" y="0"/>
                </a:lnTo>
                <a:lnTo>
                  <a:pt x="2599194" y="7112"/>
                </a:lnTo>
                <a:lnTo>
                  <a:pt x="2570518" y="26555"/>
                </a:lnTo>
                <a:lnTo>
                  <a:pt x="2551265" y="55435"/>
                </a:lnTo>
                <a:lnTo>
                  <a:pt x="2544229" y="90855"/>
                </a:lnTo>
                <a:lnTo>
                  <a:pt x="2551265" y="126187"/>
                </a:lnTo>
                <a:lnTo>
                  <a:pt x="2570518" y="154863"/>
                </a:lnTo>
                <a:lnTo>
                  <a:pt x="2599194" y="174117"/>
                </a:lnTo>
                <a:lnTo>
                  <a:pt x="2634538" y="181152"/>
                </a:lnTo>
                <a:lnTo>
                  <a:pt x="2669933" y="174117"/>
                </a:lnTo>
                <a:lnTo>
                  <a:pt x="2696984" y="156032"/>
                </a:lnTo>
                <a:lnTo>
                  <a:pt x="2698712" y="154863"/>
                </a:lnTo>
                <a:lnTo>
                  <a:pt x="2718054" y="126187"/>
                </a:lnTo>
                <a:lnTo>
                  <a:pt x="2725140" y="90855"/>
                </a:lnTo>
                <a:close/>
              </a:path>
              <a:path w="3305175" h="181609">
                <a:moveTo>
                  <a:pt x="2891002" y="160489"/>
                </a:moveTo>
                <a:lnTo>
                  <a:pt x="2888970" y="158508"/>
                </a:lnTo>
                <a:lnTo>
                  <a:pt x="2858528" y="158508"/>
                </a:lnTo>
                <a:lnTo>
                  <a:pt x="2858528" y="46062"/>
                </a:lnTo>
                <a:lnTo>
                  <a:pt x="2858528" y="9855"/>
                </a:lnTo>
                <a:lnTo>
                  <a:pt x="2856509" y="7594"/>
                </a:lnTo>
                <a:lnTo>
                  <a:pt x="2841663" y="7594"/>
                </a:lnTo>
                <a:lnTo>
                  <a:pt x="2804198" y="41541"/>
                </a:lnTo>
                <a:lnTo>
                  <a:pt x="2803169" y="42532"/>
                </a:lnTo>
                <a:lnTo>
                  <a:pt x="2802674" y="44564"/>
                </a:lnTo>
                <a:lnTo>
                  <a:pt x="2803423" y="46570"/>
                </a:lnTo>
                <a:lnTo>
                  <a:pt x="2806458" y="55359"/>
                </a:lnTo>
                <a:lnTo>
                  <a:pt x="2807220" y="57619"/>
                </a:lnTo>
                <a:lnTo>
                  <a:pt x="2809710" y="58140"/>
                </a:lnTo>
                <a:lnTo>
                  <a:pt x="2811983" y="57150"/>
                </a:lnTo>
                <a:lnTo>
                  <a:pt x="2833865" y="46062"/>
                </a:lnTo>
                <a:lnTo>
                  <a:pt x="2833865" y="158508"/>
                </a:lnTo>
                <a:lnTo>
                  <a:pt x="2795867" y="158508"/>
                </a:lnTo>
                <a:lnTo>
                  <a:pt x="2793873" y="160489"/>
                </a:lnTo>
                <a:lnTo>
                  <a:pt x="2793873" y="176657"/>
                </a:lnTo>
                <a:lnTo>
                  <a:pt x="2795867" y="178638"/>
                </a:lnTo>
                <a:lnTo>
                  <a:pt x="2888970" y="178638"/>
                </a:lnTo>
                <a:lnTo>
                  <a:pt x="2891002" y="176657"/>
                </a:lnTo>
                <a:lnTo>
                  <a:pt x="2891002" y="160489"/>
                </a:lnTo>
                <a:close/>
              </a:path>
              <a:path w="3305175" h="181609">
                <a:moveTo>
                  <a:pt x="3035655" y="132829"/>
                </a:moveTo>
                <a:lnTo>
                  <a:pt x="3032518" y="117894"/>
                </a:lnTo>
                <a:lnTo>
                  <a:pt x="3024771" y="105714"/>
                </a:lnTo>
                <a:lnTo>
                  <a:pt x="3021965" y="103136"/>
                </a:lnTo>
                <a:lnTo>
                  <a:pt x="3014853" y="96596"/>
                </a:lnTo>
                <a:lnTo>
                  <a:pt x="3009481" y="93395"/>
                </a:lnTo>
                <a:lnTo>
                  <a:pt x="3009481" y="133375"/>
                </a:lnTo>
                <a:lnTo>
                  <a:pt x="3006953" y="144754"/>
                </a:lnTo>
                <a:lnTo>
                  <a:pt x="3000070" y="153390"/>
                </a:lnTo>
                <a:lnTo>
                  <a:pt x="2989846" y="158851"/>
                </a:lnTo>
                <a:lnTo>
                  <a:pt x="2977286" y="160769"/>
                </a:lnTo>
                <a:lnTo>
                  <a:pt x="2965323" y="158813"/>
                </a:lnTo>
                <a:lnTo>
                  <a:pt x="2955213" y="153289"/>
                </a:lnTo>
                <a:lnTo>
                  <a:pt x="2948216" y="144653"/>
                </a:lnTo>
                <a:lnTo>
                  <a:pt x="2945612" y="133375"/>
                </a:lnTo>
                <a:lnTo>
                  <a:pt x="2947720" y="123431"/>
                </a:lnTo>
                <a:lnTo>
                  <a:pt x="2953918" y="114363"/>
                </a:lnTo>
                <a:lnTo>
                  <a:pt x="2963926" y="107251"/>
                </a:lnTo>
                <a:lnTo>
                  <a:pt x="2977527" y="103136"/>
                </a:lnTo>
                <a:lnTo>
                  <a:pt x="2991116" y="107251"/>
                </a:lnTo>
                <a:lnTo>
                  <a:pt x="3001137" y="114363"/>
                </a:lnTo>
                <a:lnTo>
                  <a:pt x="3007347" y="123431"/>
                </a:lnTo>
                <a:lnTo>
                  <a:pt x="3009481" y="133375"/>
                </a:lnTo>
                <a:lnTo>
                  <a:pt x="3009481" y="93395"/>
                </a:lnTo>
                <a:lnTo>
                  <a:pt x="3005226" y="90855"/>
                </a:lnTo>
                <a:lnTo>
                  <a:pt x="3005226" y="89852"/>
                </a:lnTo>
                <a:lnTo>
                  <a:pt x="3013824" y="84175"/>
                </a:lnTo>
                <a:lnTo>
                  <a:pt x="3018917" y="79019"/>
                </a:lnTo>
                <a:lnTo>
                  <a:pt x="3022231" y="75653"/>
                </a:lnTo>
                <a:lnTo>
                  <a:pt x="3028607" y="64541"/>
                </a:lnTo>
                <a:lnTo>
                  <a:pt x="3031147" y="51104"/>
                </a:lnTo>
                <a:lnTo>
                  <a:pt x="3027083" y="32219"/>
                </a:lnTo>
                <a:lnTo>
                  <a:pt x="3022003" y="25679"/>
                </a:lnTo>
                <a:lnTo>
                  <a:pt x="3015818" y="17691"/>
                </a:lnTo>
                <a:lnTo>
                  <a:pt x="3005734" y="12179"/>
                </a:lnTo>
                <a:lnTo>
                  <a:pt x="3005734" y="52095"/>
                </a:lnTo>
                <a:lnTo>
                  <a:pt x="3004045" y="61544"/>
                </a:lnTo>
                <a:lnTo>
                  <a:pt x="2998901" y="69519"/>
                </a:lnTo>
                <a:lnTo>
                  <a:pt x="2990113" y="75526"/>
                </a:lnTo>
                <a:lnTo>
                  <a:pt x="2977527" y="79019"/>
                </a:lnTo>
                <a:lnTo>
                  <a:pt x="2964853" y="75438"/>
                </a:lnTo>
                <a:lnTo>
                  <a:pt x="2956077" y="69507"/>
                </a:lnTo>
                <a:lnTo>
                  <a:pt x="2950984" y="61607"/>
                </a:lnTo>
                <a:lnTo>
                  <a:pt x="2949346" y="52095"/>
                </a:lnTo>
                <a:lnTo>
                  <a:pt x="2951505" y="41490"/>
                </a:lnTo>
                <a:lnTo>
                  <a:pt x="2957398" y="33134"/>
                </a:lnTo>
                <a:lnTo>
                  <a:pt x="2966123" y="27647"/>
                </a:lnTo>
                <a:lnTo>
                  <a:pt x="2976765" y="25679"/>
                </a:lnTo>
                <a:lnTo>
                  <a:pt x="2988297" y="27647"/>
                </a:lnTo>
                <a:lnTo>
                  <a:pt x="2997479" y="33134"/>
                </a:lnTo>
                <a:lnTo>
                  <a:pt x="3003537" y="41490"/>
                </a:lnTo>
                <a:lnTo>
                  <a:pt x="3005734" y="52095"/>
                </a:lnTo>
                <a:lnTo>
                  <a:pt x="3005734" y="12179"/>
                </a:lnTo>
                <a:lnTo>
                  <a:pt x="2998749" y="8356"/>
                </a:lnTo>
                <a:lnTo>
                  <a:pt x="2977286" y="5054"/>
                </a:lnTo>
                <a:lnTo>
                  <a:pt x="2956204" y="8356"/>
                </a:lnTo>
                <a:lnTo>
                  <a:pt x="2939275" y="17691"/>
                </a:lnTo>
                <a:lnTo>
                  <a:pt x="2928023" y="32219"/>
                </a:lnTo>
                <a:lnTo>
                  <a:pt x="2923946" y="51104"/>
                </a:lnTo>
                <a:lnTo>
                  <a:pt x="2926473" y="64693"/>
                </a:lnTo>
                <a:lnTo>
                  <a:pt x="2932849" y="75882"/>
                </a:lnTo>
                <a:lnTo>
                  <a:pt x="2941243" y="84429"/>
                </a:lnTo>
                <a:lnTo>
                  <a:pt x="2949867" y="90093"/>
                </a:lnTo>
                <a:lnTo>
                  <a:pt x="2949867" y="90855"/>
                </a:lnTo>
                <a:lnTo>
                  <a:pt x="2941180" y="96139"/>
                </a:lnTo>
                <a:lnTo>
                  <a:pt x="2931147" y="105257"/>
                </a:lnTo>
                <a:lnTo>
                  <a:pt x="2922854" y="117652"/>
                </a:lnTo>
                <a:lnTo>
                  <a:pt x="2919412" y="132829"/>
                </a:lnTo>
                <a:lnTo>
                  <a:pt x="2923463" y="151942"/>
                </a:lnTo>
                <a:lnTo>
                  <a:pt x="2935020" y="167271"/>
                </a:lnTo>
                <a:lnTo>
                  <a:pt x="2953181" y="177457"/>
                </a:lnTo>
                <a:lnTo>
                  <a:pt x="2977045" y="181152"/>
                </a:lnTo>
                <a:lnTo>
                  <a:pt x="3001568" y="177457"/>
                </a:lnTo>
                <a:lnTo>
                  <a:pt x="3020009" y="167271"/>
                </a:lnTo>
                <a:lnTo>
                  <a:pt x="3024936" y="160769"/>
                </a:lnTo>
                <a:lnTo>
                  <a:pt x="3031617" y="151942"/>
                </a:lnTo>
                <a:lnTo>
                  <a:pt x="3035655" y="132829"/>
                </a:lnTo>
                <a:close/>
              </a:path>
              <a:path w="3305175" h="181609">
                <a:moveTo>
                  <a:pt x="3177070" y="123532"/>
                </a:moveTo>
                <a:lnTo>
                  <a:pt x="3172599" y="100368"/>
                </a:lnTo>
                <a:lnTo>
                  <a:pt x="3165170" y="89611"/>
                </a:lnTo>
                <a:lnTo>
                  <a:pt x="3160776" y="83235"/>
                </a:lnTo>
                <a:lnTo>
                  <a:pt x="3153905" y="78905"/>
                </a:lnTo>
                <a:lnTo>
                  <a:pt x="3153905" y="123799"/>
                </a:lnTo>
                <a:lnTo>
                  <a:pt x="3151327" y="137185"/>
                </a:lnTo>
                <a:lnTo>
                  <a:pt x="3144278" y="148221"/>
                </a:lnTo>
                <a:lnTo>
                  <a:pt x="3133750" y="155740"/>
                </a:lnTo>
                <a:lnTo>
                  <a:pt x="3120720" y="158508"/>
                </a:lnTo>
                <a:lnTo>
                  <a:pt x="3103422" y="153695"/>
                </a:lnTo>
                <a:lnTo>
                  <a:pt x="3092297" y="141541"/>
                </a:lnTo>
                <a:lnTo>
                  <a:pt x="3086709" y="125425"/>
                </a:lnTo>
                <a:lnTo>
                  <a:pt x="3085985" y="108737"/>
                </a:lnTo>
                <a:lnTo>
                  <a:pt x="3089211" y="103809"/>
                </a:lnTo>
                <a:lnTo>
                  <a:pt x="3096323" y="97459"/>
                </a:lnTo>
                <a:lnTo>
                  <a:pt x="3106890" y="91948"/>
                </a:lnTo>
                <a:lnTo>
                  <a:pt x="3120479" y="89611"/>
                </a:lnTo>
                <a:lnTo>
                  <a:pt x="3133547" y="92290"/>
                </a:lnTo>
                <a:lnTo>
                  <a:pt x="3144164" y="99618"/>
                </a:lnTo>
                <a:lnTo>
                  <a:pt x="3151289" y="110490"/>
                </a:lnTo>
                <a:lnTo>
                  <a:pt x="3153905" y="123799"/>
                </a:lnTo>
                <a:lnTo>
                  <a:pt x="3153905" y="78905"/>
                </a:lnTo>
                <a:lnTo>
                  <a:pt x="3152889" y="78257"/>
                </a:lnTo>
                <a:lnTo>
                  <a:pt x="3143948" y="72605"/>
                </a:lnTo>
                <a:lnTo>
                  <a:pt x="3124492" y="68961"/>
                </a:lnTo>
                <a:lnTo>
                  <a:pt x="3112414" y="70231"/>
                </a:lnTo>
                <a:lnTo>
                  <a:pt x="3102165" y="73139"/>
                </a:lnTo>
                <a:lnTo>
                  <a:pt x="3094698" y="76276"/>
                </a:lnTo>
                <a:lnTo>
                  <a:pt x="3090989" y="78257"/>
                </a:lnTo>
                <a:lnTo>
                  <a:pt x="3102241" y="57048"/>
                </a:lnTo>
                <a:lnTo>
                  <a:pt x="3119729" y="40271"/>
                </a:lnTo>
                <a:lnTo>
                  <a:pt x="3137814" y="28587"/>
                </a:lnTo>
                <a:lnTo>
                  <a:pt x="3150882" y="22656"/>
                </a:lnTo>
                <a:lnTo>
                  <a:pt x="3155708" y="21145"/>
                </a:lnTo>
                <a:lnTo>
                  <a:pt x="3156686" y="18364"/>
                </a:lnTo>
                <a:lnTo>
                  <a:pt x="3155416" y="15379"/>
                </a:lnTo>
                <a:lnTo>
                  <a:pt x="3151162" y="5054"/>
                </a:lnTo>
                <a:lnTo>
                  <a:pt x="3150133" y="2273"/>
                </a:lnTo>
                <a:lnTo>
                  <a:pt x="3147872" y="1041"/>
                </a:lnTo>
                <a:lnTo>
                  <a:pt x="3094532" y="33362"/>
                </a:lnTo>
                <a:lnTo>
                  <a:pt x="3071330" y="65354"/>
                </a:lnTo>
                <a:lnTo>
                  <a:pt x="3061576" y="110680"/>
                </a:lnTo>
                <a:lnTo>
                  <a:pt x="3065183" y="138036"/>
                </a:lnTo>
                <a:lnTo>
                  <a:pt x="3076156" y="160451"/>
                </a:lnTo>
                <a:lnTo>
                  <a:pt x="3094685" y="175590"/>
                </a:lnTo>
                <a:lnTo>
                  <a:pt x="3120961" y="181152"/>
                </a:lnTo>
                <a:lnTo>
                  <a:pt x="3142564" y="176606"/>
                </a:lnTo>
                <a:lnTo>
                  <a:pt x="3160420" y="164236"/>
                </a:lnTo>
                <a:lnTo>
                  <a:pt x="3164230" y="158508"/>
                </a:lnTo>
                <a:lnTo>
                  <a:pt x="3172574" y="145923"/>
                </a:lnTo>
                <a:lnTo>
                  <a:pt x="3177070" y="123532"/>
                </a:lnTo>
                <a:close/>
              </a:path>
              <a:path w="3305175" h="181609">
                <a:moveTo>
                  <a:pt x="3304654" y="133096"/>
                </a:moveTo>
                <a:lnTo>
                  <a:pt x="3301555" y="118135"/>
                </a:lnTo>
                <a:lnTo>
                  <a:pt x="3293846" y="105981"/>
                </a:lnTo>
                <a:lnTo>
                  <a:pt x="3283928" y="96951"/>
                </a:lnTo>
                <a:lnTo>
                  <a:pt x="3274174" y="91363"/>
                </a:lnTo>
                <a:lnTo>
                  <a:pt x="3274174" y="90614"/>
                </a:lnTo>
                <a:lnTo>
                  <a:pt x="3283000" y="84924"/>
                </a:lnTo>
                <a:lnTo>
                  <a:pt x="3291382" y="76136"/>
                </a:lnTo>
                <a:lnTo>
                  <a:pt x="3297656" y="64693"/>
                </a:lnTo>
                <a:lnTo>
                  <a:pt x="3300120" y="51104"/>
                </a:lnTo>
                <a:lnTo>
                  <a:pt x="3295980" y="32004"/>
                </a:lnTo>
                <a:lnTo>
                  <a:pt x="3292462" y="27457"/>
                </a:lnTo>
                <a:lnTo>
                  <a:pt x="3284753" y="17513"/>
                </a:lnTo>
                <a:lnTo>
                  <a:pt x="3268040" y="8280"/>
                </a:lnTo>
                <a:lnTo>
                  <a:pt x="3247504" y="5054"/>
                </a:lnTo>
                <a:lnTo>
                  <a:pt x="3228670" y="8509"/>
                </a:lnTo>
                <a:lnTo>
                  <a:pt x="3213951" y="16116"/>
                </a:lnTo>
                <a:lnTo>
                  <a:pt x="3204375" y="23723"/>
                </a:lnTo>
                <a:lnTo>
                  <a:pt x="3199206" y="28981"/>
                </a:lnTo>
                <a:lnTo>
                  <a:pt x="3198965" y="32004"/>
                </a:lnTo>
                <a:lnTo>
                  <a:pt x="3200958" y="33756"/>
                </a:lnTo>
                <a:lnTo>
                  <a:pt x="3210255" y="42049"/>
                </a:lnTo>
                <a:lnTo>
                  <a:pt x="3212541" y="44043"/>
                </a:lnTo>
                <a:lnTo>
                  <a:pt x="3215309" y="43561"/>
                </a:lnTo>
                <a:lnTo>
                  <a:pt x="3216808" y="41541"/>
                </a:lnTo>
                <a:lnTo>
                  <a:pt x="3221367" y="37007"/>
                </a:lnTo>
                <a:lnTo>
                  <a:pt x="3227628" y="32423"/>
                </a:lnTo>
                <a:lnTo>
                  <a:pt x="3235756" y="28879"/>
                </a:lnTo>
                <a:lnTo>
                  <a:pt x="3245993" y="27457"/>
                </a:lnTo>
                <a:lnTo>
                  <a:pt x="3256737" y="29362"/>
                </a:lnTo>
                <a:lnTo>
                  <a:pt x="3265894" y="34836"/>
                </a:lnTo>
                <a:lnTo>
                  <a:pt x="3272282" y="43472"/>
                </a:lnTo>
                <a:lnTo>
                  <a:pt x="3274682" y="54876"/>
                </a:lnTo>
                <a:lnTo>
                  <a:pt x="3272459" y="65328"/>
                </a:lnTo>
                <a:lnTo>
                  <a:pt x="3265817" y="73888"/>
                </a:lnTo>
                <a:lnTo>
                  <a:pt x="3254743" y="79667"/>
                </a:lnTo>
                <a:lnTo>
                  <a:pt x="3239236" y="81788"/>
                </a:lnTo>
                <a:lnTo>
                  <a:pt x="3221583" y="81788"/>
                </a:lnTo>
                <a:lnTo>
                  <a:pt x="3220097" y="83299"/>
                </a:lnTo>
                <a:lnTo>
                  <a:pt x="3220097" y="101384"/>
                </a:lnTo>
                <a:lnTo>
                  <a:pt x="3222104" y="103136"/>
                </a:lnTo>
                <a:lnTo>
                  <a:pt x="3238957" y="103136"/>
                </a:lnTo>
                <a:lnTo>
                  <a:pt x="3256534" y="105613"/>
                </a:lnTo>
                <a:lnTo>
                  <a:pt x="3268942" y="112204"/>
                </a:lnTo>
                <a:lnTo>
                  <a:pt x="3276295" y="121627"/>
                </a:lnTo>
                <a:lnTo>
                  <a:pt x="3278733" y="132588"/>
                </a:lnTo>
                <a:lnTo>
                  <a:pt x="3276117" y="143929"/>
                </a:lnTo>
                <a:lnTo>
                  <a:pt x="3269132" y="152476"/>
                </a:lnTo>
                <a:lnTo>
                  <a:pt x="3259086" y="157861"/>
                </a:lnTo>
                <a:lnTo>
                  <a:pt x="3247263" y="159740"/>
                </a:lnTo>
                <a:lnTo>
                  <a:pt x="3234258" y="157594"/>
                </a:lnTo>
                <a:lnTo>
                  <a:pt x="3223730" y="152717"/>
                </a:lnTo>
                <a:lnTo>
                  <a:pt x="3216402" y="147447"/>
                </a:lnTo>
                <a:lnTo>
                  <a:pt x="3213036" y="144145"/>
                </a:lnTo>
                <a:lnTo>
                  <a:pt x="3211017" y="141884"/>
                </a:lnTo>
                <a:lnTo>
                  <a:pt x="3208744" y="141693"/>
                </a:lnTo>
                <a:lnTo>
                  <a:pt x="3206242" y="143637"/>
                </a:lnTo>
                <a:lnTo>
                  <a:pt x="3196425" y="152742"/>
                </a:lnTo>
                <a:lnTo>
                  <a:pt x="3194685" y="154241"/>
                </a:lnTo>
                <a:lnTo>
                  <a:pt x="3194685" y="156997"/>
                </a:lnTo>
                <a:lnTo>
                  <a:pt x="3196196" y="158750"/>
                </a:lnTo>
                <a:lnTo>
                  <a:pt x="3202190" y="165023"/>
                </a:lnTo>
                <a:lnTo>
                  <a:pt x="3212350" y="172415"/>
                </a:lnTo>
                <a:lnTo>
                  <a:pt x="3227324" y="178574"/>
                </a:lnTo>
                <a:lnTo>
                  <a:pt x="3247783" y="181152"/>
                </a:lnTo>
                <a:lnTo>
                  <a:pt x="3271316" y="177495"/>
                </a:lnTo>
                <a:lnTo>
                  <a:pt x="3289236" y="167386"/>
                </a:lnTo>
                <a:lnTo>
                  <a:pt x="3294964" y="159740"/>
                </a:lnTo>
                <a:lnTo>
                  <a:pt x="3300641" y="152158"/>
                </a:lnTo>
                <a:lnTo>
                  <a:pt x="3304654" y="133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7CFCD-255C-D59E-AABB-F1F5234E07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it-IT" spc="-5" dirty="0"/>
              <a:t>Attilio Frangi</a:t>
            </a:r>
            <a:endParaRPr lang="it-IT" spc="-1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02FF998-E1FC-D581-78C4-53634A67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731752" y="1842833"/>
            <a:ext cx="457200" cy="4618355"/>
          </a:xfrm>
          <a:custGeom>
            <a:avLst/>
            <a:gdLst/>
            <a:ahLst/>
            <a:cxnLst/>
            <a:rect l="l" t="t" r="r" b="b"/>
            <a:pathLst>
              <a:path w="457200" h="4618355">
                <a:moveTo>
                  <a:pt x="457200" y="4368533"/>
                </a:moveTo>
                <a:lnTo>
                  <a:pt x="440804" y="4401312"/>
                </a:lnTo>
                <a:lnTo>
                  <a:pt x="418579" y="4444543"/>
                </a:lnTo>
                <a:lnTo>
                  <a:pt x="395935" y="4487354"/>
                </a:lnTo>
                <a:lnTo>
                  <a:pt x="387616" y="4509300"/>
                </a:lnTo>
                <a:lnTo>
                  <a:pt x="388696" y="4555121"/>
                </a:lnTo>
                <a:lnTo>
                  <a:pt x="412597" y="4595063"/>
                </a:lnTo>
                <a:lnTo>
                  <a:pt x="452462" y="4617656"/>
                </a:lnTo>
                <a:lnTo>
                  <a:pt x="457200" y="4618279"/>
                </a:lnTo>
                <a:lnTo>
                  <a:pt x="457200" y="4368533"/>
                </a:lnTo>
                <a:close/>
              </a:path>
              <a:path w="457200" h="4618355">
                <a:moveTo>
                  <a:pt x="457200" y="733729"/>
                </a:moveTo>
                <a:lnTo>
                  <a:pt x="444322" y="736333"/>
                </a:lnTo>
                <a:lnTo>
                  <a:pt x="415544" y="755738"/>
                </a:lnTo>
                <a:lnTo>
                  <a:pt x="396125" y="784529"/>
                </a:lnTo>
                <a:lnTo>
                  <a:pt x="389013" y="819772"/>
                </a:lnTo>
                <a:lnTo>
                  <a:pt x="389013" y="1266786"/>
                </a:lnTo>
                <a:lnTo>
                  <a:pt x="396125" y="1302042"/>
                </a:lnTo>
                <a:lnTo>
                  <a:pt x="415544" y="1330833"/>
                </a:lnTo>
                <a:lnTo>
                  <a:pt x="444322" y="1350238"/>
                </a:lnTo>
                <a:lnTo>
                  <a:pt x="457200" y="1352829"/>
                </a:lnTo>
                <a:lnTo>
                  <a:pt x="457200" y="733729"/>
                </a:lnTo>
                <a:close/>
              </a:path>
              <a:path w="457200" h="4618355">
                <a:moveTo>
                  <a:pt x="457200" y="0"/>
                </a:moveTo>
                <a:lnTo>
                  <a:pt x="397065" y="68262"/>
                </a:lnTo>
                <a:lnTo>
                  <a:pt x="358838" y="116649"/>
                </a:lnTo>
                <a:lnTo>
                  <a:pt x="321183" y="168567"/>
                </a:lnTo>
                <a:lnTo>
                  <a:pt x="284022" y="224650"/>
                </a:lnTo>
                <a:lnTo>
                  <a:pt x="250545" y="280162"/>
                </a:lnTo>
                <a:lnTo>
                  <a:pt x="220522" y="334949"/>
                </a:lnTo>
                <a:lnTo>
                  <a:pt x="193713" y="388848"/>
                </a:lnTo>
                <a:lnTo>
                  <a:pt x="169926" y="441693"/>
                </a:lnTo>
                <a:lnTo>
                  <a:pt x="148894" y="493306"/>
                </a:lnTo>
                <a:lnTo>
                  <a:pt x="130429" y="543547"/>
                </a:lnTo>
                <a:lnTo>
                  <a:pt x="114287" y="592239"/>
                </a:lnTo>
                <a:lnTo>
                  <a:pt x="100253" y="639203"/>
                </a:lnTo>
                <a:lnTo>
                  <a:pt x="88087" y="684301"/>
                </a:lnTo>
                <a:lnTo>
                  <a:pt x="77584" y="727367"/>
                </a:lnTo>
                <a:lnTo>
                  <a:pt x="68491" y="768210"/>
                </a:lnTo>
                <a:lnTo>
                  <a:pt x="60617" y="806704"/>
                </a:lnTo>
                <a:lnTo>
                  <a:pt x="47510" y="876147"/>
                </a:lnTo>
                <a:lnTo>
                  <a:pt x="34937" y="945896"/>
                </a:lnTo>
                <a:lnTo>
                  <a:pt x="28498" y="984123"/>
                </a:lnTo>
                <a:lnTo>
                  <a:pt x="22237" y="1024356"/>
                </a:lnTo>
                <a:lnTo>
                  <a:pt x="16370" y="1066520"/>
                </a:lnTo>
                <a:lnTo>
                  <a:pt x="11099" y="1110488"/>
                </a:lnTo>
                <a:lnTo>
                  <a:pt x="6616" y="1156157"/>
                </a:lnTo>
                <a:lnTo>
                  <a:pt x="3136" y="1203452"/>
                </a:lnTo>
                <a:lnTo>
                  <a:pt x="863" y="1252232"/>
                </a:lnTo>
                <a:lnTo>
                  <a:pt x="0" y="1302435"/>
                </a:lnTo>
                <a:lnTo>
                  <a:pt x="749" y="1353934"/>
                </a:lnTo>
                <a:lnTo>
                  <a:pt x="3302" y="1406626"/>
                </a:lnTo>
                <a:lnTo>
                  <a:pt x="7886" y="1460423"/>
                </a:lnTo>
                <a:lnTo>
                  <a:pt x="14681" y="1515224"/>
                </a:lnTo>
                <a:lnTo>
                  <a:pt x="23914" y="1570913"/>
                </a:lnTo>
                <a:lnTo>
                  <a:pt x="35775" y="1627390"/>
                </a:lnTo>
                <a:lnTo>
                  <a:pt x="50469" y="1684566"/>
                </a:lnTo>
                <a:lnTo>
                  <a:pt x="68211" y="1742325"/>
                </a:lnTo>
                <a:lnTo>
                  <a:pt x="89179" y="1800567"/>
                </a:lnTo>
                <a:lnTo>
                  <a:pt x="112242" y="1854936"/>
                </a:lnTo>
                <a:lnTo>
                  <a:pt x="135077" y="1898548"/>
                </a:lnTo>
                <a:lnTo>
                  <a:pt x="160705" y="1939175"/>
                </a:lnTo>
                <a:lnTo>
                  <a:pt x="192125" y="1984590"/>
                </a:lnTo>
                <a:lnTo>
                  <a:pt x="208737" y="2008339"/>
                </a:lnTo>
                <a:lnTo>
                  <a:pt x="227482" y="2035390"/>
                </a:lnTo>
                <a:lnTo>
                  <a:pt x="272732" y="2102485"/>
                </a:lnTo>
                <a:lnTo>
                  <a:pt x="299935" y="2144052"/>
                </a:lnTo>
                <a:lnTo>
                  <a:pt x="330669" y="2191994"/>
                </a:lnTo>
                <a:lnTo>
                  <a:pt x="365252" y="2247074"/>
                </a:lnTo>
                <a:lnTo>
                  <a:pt x="404063" y="2310053"/>
                </a:lnTo>
                <a:lnTo>
                  <a:pt x="447421" y="2381707"/>
                </a:lnTo>
                <a:lnTo>
                  <a:pt x="457200" y="2398001"/>
                </a:lnTo>
                <a:lnTo>
                  <a:pt x="457200" y="2053831"/>
                </a:lnTo>
                <a:lnTo>
                  <a:pt x="435940" y="2021090"/>
                </a:lnTo>
                <a:lnTo>
                  <a:pt x="411949" y="1984806"/>
                </a:lnTo>
                <a:lnTo>
                  <a:pt x="390601" y="1953107"/>
                </a:lnTo>
                <a:lnTo>
                  <a:pt x="355053" y="1901520"/>
                </a:lnTo>
                <a:lnTo>
                  <a:pt x="340448" y="1880641"/>
                </a:lnTo>
                <a:lnTo>
                  <a:pt x="312153" y="1839823"/>
                </a:lnTo>
                <a:lnTo>
                  <a:pt x="291617" y="1807464"/>
                </a:lnTo>
                <a:lnTo>
                  <a:pt x="258051" y="1735086"/>
                </a:lnTo>
                <a:lnTo>
                  <a:pt x="237832" y="1678406"/>
                </a:lnTo>
                <a:lnTo>
                  <a:pt x="221107" y="1622221"/>
                </a:lnTo>
                <a:lnTo>
                  <a:pt x="207657" y="1566633"/>
                </a:lnTo>
                <a:lnTo>
                  <a:pt x="197231" y="1511757"/>
                </a:lnTo>
                <a:lnTo>
                  <a:pt x="189572" y="1457680"/>
                </a:lnTo>
                <a:lnTo>
                  <a:pt x="184454" y="1404518"/>
                </a:lnTo>
                <a:lnTo>
                  <a:pt x="181635" y="1352359"/>
                </a:lnTo>
                <a:lnTo>
                  <a:pt x="180848" y="1301305"/>
                </a:lnTo>
                <a:lnTo>
                  <a:pt x="181876" y="1251470"/>
                </a:lnTo>
                <a:lnTo>
                  <a:pt x="184454" y="1202944"/>
                </a:lnTo>
                <a:lnTo>
                  <a:pt x="188353" y="1155839"/>
                </a:lnTo>
                <a:lnTo>
                  <a:pt x="193319" y="1110246"/>
                </a:lnTo>
                <a:lnTo>
                  <a:pt x="199110" y="1066279"/>
                </a:lnTo>
                <a:lnTo>
                  <a:pt x="205486" y="1024039"/>
                </a:lnTo>
                <a:lnTo>
                  <a:pt x="212217" y="983615"/>
                </a:lnTo>
                <a:lnTo>
                  <a:pt x="219024" y="945121"/>
                </a:lnTo>
                <a:lnTo>
                  <a:pt x="231762" y="875906"/>
                </a:lnTo>
                <a:lnTo>
                  <a:pt x="246380" y="802957"/>
                </a:lnTo>
                <a:lnTo>
                  <a:pt x="255498" y="762673"/>
                </a:lnTo>
                <a:lnTo>
                  <a:pt x="266128" y="720191"/>
                </a:lnTo>
                <a:lnTo>
                  <a:pt x="278523" y="675716"/>
                </a:lnTo>
                <a:lnTo>
                  <a:pt x="292925" y="629450"/>
                </a:lnTo>
                <a:lnTo>
                  <a:pt x="309562" y="581571"/>
                </a:lnTo>
                <a:lnTo>
                  <a:pt x="328676" y="532295"/>
                </a:lnTo>
                <a:lnTo>
                  <a:pt x="350520" y="481825"/>
                </a:lnTo>
                <a:lnTo>
                  <a:pt x="375335" y="430339"/>
                </a:lnTo>
                <a:lnTo>
                  <a:pt x="403352" y="378040"/>
                </a:lnTo>
                <a:lnTo>
                  <a:pt x="434822" y="325145"/>
                </a:lnTo>
                <a:lnTo>
                  <a:pt x="457200" y="291236"/>
                </a:lnTo>
                <a:lnTo>
                  <a:pt x="457200" y="0"/>
                </a:lnTo>
                <a:close/>
              </a:path>
            </a:pathLst>
          </a:custGeom>
          <a:solidFill>
            <a:srgbClr val="6F8EA3">
              <a:alpha val="2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7940" cy="6286500"/>
          </a:xfrm>
          <a:custGeom>
            <a:avLst/>
            <a:gdLst/>
            <a:ahLst/>
            <a:cxnLst/>
            <a:rect l="l" t="t" r="r" b="b"/>
            <a:pathLst>
              <a:path w="27940" h="6286500">
                <a:moveTo>
                  <a:pt x="0" y="6286500"/>
                </a:moveTo>
                <a:lnTo>
                  <a:pt x="27432" y="6286500"/>
                </a:lnTo>
                <a:lnTo>
                  <a:pt x="27432" y="0"/>
                </a:lnTo>
                <a:lnTo>
                  <a:pt x="0" y="0"/>
                </a:lnTo>
                <a:lnTo>
                  <a:pt x="0" y="6286500"/>
                </a:lnTo>
                <a:close/>
              </a:path>
            </a:pathLst>
          </a:custGeom>
          <a:solidFill>
            <a:srgbClr val="000000">
              <a:alpha val="2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1" cy="68580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6286500"/>
            <a:ext cx="12189460" cy="571500"/>
          </a:xfrm>
          <a:custGeom>
            <a:avLst/>
            <a:gdLst/>
            <a:ahLst/>
            <a:cxnLst/>
            <a:rect l="l" t="t" r="r" b="b"/>
            <a:pathLst>
              <a:path w="12189460" h="571500">
                <a:moveTo>
                  <a:pt x="12188952" y="0"/>
                </a:moveTo>
                <a:lnTo>
                  <a:pt x="0" y="0"/>
                </a:lnTo>
                <a:lnTo>
                  <a:pt x="0" y="571500"/>
                </a:lnTo>
                <a:lnTo>
                  <a:pt x="12188952" y="5715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6F8EA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8448878" y="6472897"/>
            <a:ext cx="3305175" cy="181610"/>
          </a:xfrm>
          <a:custGeom>
            <a:avLst/>
            <a:gdLst/>
            <a:ahLst/>
            <a:cxnLst/>
            <a:rect l="l" t="t" r="r" b="b"/>
            <a:pathLst>
              <a:path w="3305175" h="181609">
                <a:moveTo>
                  <a:pt x="116840" y="60972"/>
                </a:moveTo>
                <a:lnTo>
                  <a:pt x="112509" y="40055"/>
                </a:lnTo>
                <a:lnTo>
                  <a:pt x="110426" y="37033"/>
                </a:lnTo>
                <a:lnTo>
                  <a:pt x="100736" y="22885"/>
                </a:lnTo>
                <a:lnTo>
                  <a:pt x="85331" y="12598"/>
                </a:lnTo>
                <a:lnTo>
                  <a:pt x="85331" y="60744"/>
                </a:lnTo>
                <a:lnTo>
                  <a:pt x="83312" y="70802"/>
                </a:lnTo>
                <a:lnTo>
                  <a:pt x="77851" y="78854"/>
                </a:lnTo>
                <a:lnTo>
                  <a:pt x="69837" y="84213"/>
                </a:lnTo>
                <a:lnTo>
                  <a:pt x="60134" y="86156"/>
                </a:lnTo>
                <a:lnTo>
                  <a:pt x="31788" y="86156"/>
                </a:lnTo>
                <a:lnTo>
                  <a:pt x="31788" y="37033"/>
                </a:lnTo>
                <a:lnTo>
                  <a:pt x="60134" y="37033"/>
                </a:lnTo>
                <a:lnTo>
                  <a:pt x="69837" y="38836"/>
                </a:lnTo>
                <a:lnTo>
                  <a:pt x="77851" y="43840"/>
                </a:lnTo>
                <a:lnTo>
                  <a:pt x="83312" y="51358"/>
                </a:lnTo>
                <a:lnTo>
                  <a:pt x="85331" y="60744"/>
                </a:lnTo>
                <a:lnTo>
                  <a:pt x="85331" y="12598"/>
                </a:lnTo>
                <a:lnTo>
                  <a:pt x="83324" y="11252"/>
                </a:lnTo>
                <a:lnTo>
                  <a:pt x="62103" y="6972"/>
                </a:lnTo>
                <a:lnTo>
                  <a:pt x="1968" y="6972"/>
                </a:lnTo>
                <a:lnTo>
                  <a:pt x="0" y="9169"/>
                </a:lnTo>
                <a:lnTo>
                  <a:pt x="0" y="175882"/>
                </a:lnTo>
                <a:lnTo>
                  <a:pt x="1968" y="178066"/>
                </a:lnTo>
                <a:lnTo>
                  <a:pt x="29578" y="178066"/>
                </a:lnTo>
                <a:lnTo>
                  <a:pt x="31788" y="175882"/>
                </a:lnTo>
                <a:lnTo>
                  <a:pt x="31788" y="115989"/>
                </a:lnTo>
                <a:lnTo>
                  <a:pt x="62331" y="115989"/>
                </a:lnTo>
                <a:lnTo>
                  <a:pt x="83426" y="111658"/>
                </a:lnTo>
                <a:lnTo>
                  <a:pt x="100761" y="99847"/>
                </a:lnTo>
                <a:lnTo>
                  <a:pt x="109969" y="86156"/>
                </a:lnTo>
                <a:lnTo>
                  <a:pt x="112509" y="82359"/>
                </a:lnTo>
                <a:lnTo>
                  <a:pt x="116840" y="60972"/>
                </a:lnTo>
                <a:close/>
              </a:path>
              <a:path w="3305175" h="181609">
                <a:moveTo>
                  <a:pt x="311175" y="92760"/>
                </a:moveTo>
                <a:lnTo>
                  <a:pt x="304292" y="58343"/>
                </a:lnTo>
                <a:lnTo>
                  <a:pt x="289521" y="36309"/>
                </a:lnTo>
                <a:lnTo>
                  <a:pt x="285496" y="30302"/>
                </a:lnTo>
                <a:lnTo>
                  <a:pt x="279387" y="26187"/>
                </a:lnTo>
                <a:lnTo>
                  <a:pt x="279387" y="92760"/>
                </a:lnTo>
                <a:lnTo>
                  <a:pt x="274929" y="114490"/>
                </a:lnTo>
                <a:lnTo>
                  <a:pt x="262826" y="132283"/>
                </a:lnTo>
                <a:lnTo>
                  <a:pt x="244944" y="144310"/>
                </a:lnTo>
                <a:lnTo>
                  <a:pt x="223177" y="148729"/>
                </a:lnTo>
                <a:lnTo>
                  <a:pt x="201434" y="144310"/>
                </a:lnTo>
                <a:lnTo>
                  <a:pt x="183629" y="132283"/>
                </a:lnTo>
                <a:lnTo>
                  <a:pt x="171602" y="114490"/>
                </a:lnTo>
                <a:lnTo>
                  <a:pt x="167195" y="92760"/>
                </a:lnTo>
                <a:lnTo>
                  <a:pt x="171602" y="70942"/>
                </a:lnTo>
                <a:lnTo>
                  <a:pt x="183629" y="52971"/>
                </a:lnTo>
                <a:lnTo>
                  <a:pt x="201434" y="40792"/>
                </a:lnTo>
                <a:lnTo>
                  <a:pt x="223177" y="36309"/>
                </a:lnTo>
                <a:lnTo>
                  <a:pt x="244944" y="40792"/>
                </a:lnTo>
                <a:lnTo>
                  <a:pt x="262826" y="52971"/>
                </a:lnTo>
                <a:lnTo>
                  <a:pt x="274929" y="70942"/>
                </a:lnTo>
                <a:lnTo>
                  <a:pt x="279387" y="92760"/>
                </a:lnTo>
                <a:lnTo>
                  <a:pt x="279387" y="26187"/>
                </a:lnTo>
                <a:lnTo>
                  <a:pt x="257543" y="11430"/>
                </a:lnTo>
                <a:lnTo>
                  <a:pt x="223177" y="4521"/>
                </a:lnTo>
                <a:lnTo>
                  <a:pt x="188836" y="11430"/>
                </a:lnTo>
                <a:lnTo>
                  <a:pt x="160959" y="30302"/>
                </a:lnTo>
                <a:lnTo>
                  <a:pt x="142252" y="58343"/>
                </a:lnTo>
                <a:lnTo>
                  <a:pt x="135420" y="92760"/>
                </a:lnTo>
                <a:lnTo>
                  <a:pt x="142252" y="127088"/>
                </a:lnTo>
                <a:lnTo>
                  <a:pt x="160959" y="154952"/>
                </a:lnTo>
                <a:lnTo>
                  <a:pt x="188836" y="173659"/>
                </a:lnTo>
                <a:lnTo>
                  <a:pt x="223177" y="180505"/>
                </a:lnTo>
                <a:lnTo>
                  <a:pt x="257543" y="173659"/>
                </a:lnTo>
                <a:lnTo>
                  <a:pt x="285496" y="154952"/>
                </a:lnTo>
                <a:lnTo>
                  <a:pt x="289699" y="148729"/>
                </a:lnTo>
                <a:lnTo>
                  <a:pt x="304292" y="127088"/>
                </a:lnTo>
                <a:lnTo>
                  <a:pt x="311175" y="92760"/>
                </a:lnTo>
                <a:close/>
              </a:path>
              <a:path w="3305175" h="181609">
                <a:moveTo>
                  <a:pt x="435584" y="150926"/>
                </a:moveTo>
                <a:lnTo>
                  <a:pt x="433628" y="148729"/>
                </a:lnTo>
                <a:lnTo>
                  <a:pt x="368617" y="148729"/>
                </a:lnTo>
                <a:lnTo>
                  <a:pt x="368617" y="9169"/>
                </a:lnTo>
                <a:lnTo>
                  <a:pt x="366407" y="6972"/>
                </a:lnTo>
                <a:lnTo>
                  <a:pt x="338797" y="6972"/>
                </a:lnTo>
                <a:lnTo>
                  <a:pt x="336829" y="9169"/>
                </a:lnTo>
                <a:lnTo>
                  <a:pt x="336829" y="175882"/>
                </a:lnTo>
                <a:lnTo>
                  <a:pt x="338797" y="178066"/>
                </a:lnTo>
                <a:lnTo>
                  <a:pt x="433628" y="178066"/>
                </a:lnTo>
                <a:lnTo>
                  <a:pt x="435584" y="175882"/>
                </a:lnTo>
                <a:lnTo>
                  <a:pt x="435584" y="150926"/>
                </a:lnTo>
                <a:close/>
              </a:path>
              <a:path w="3305175" h="181609">
                <a:moveTo>
                  <a:pt x="499630" y="9169"/>
                </a:moveTo>
                <a:lnTo>
                  <a:pt x="497420" y="6972"/>
                </a:lnTo>
                <a:lnTo>
                  <a:pt x="469811" y="6972"/>
                </a:lnTo>
                <a:lnTo>
                  <a:pt x="467601" y="9169"/>
                </a:lnTo>
                <a:lnTo>
                  <a:pt x="467601" y="175882"/>
                </a:lnTo>
                <a:lnTo>
                  <a:pt x="469811" y="178066"/>
                </a:lnTo>
                <a:lnTo>
                  <a:pt x="497420" y="178066"/>
                </a:lnTo>
                <a:lnTo>
                  <a:pt x="499630" y="175882"/>
                </a:lnTo>
                <a:lnTo>
                  <a:pt x="499630" y="9169"/>
                </a:lnTo>
                <a:close/>
              </a:path>
              <a:path w="3305175" h="181609">
                <a:moveTo>
                  <a:pt x="646518" y="9169"/>
                </a:moveTo>
                <a:lnTo>
                  <a:pt x="644575" y="6972"/>
                </a:lnTo>
                <a:lnTo>
                  <a:pt x="532371" y="6972"/>
                </a:lnTo>
                <a:lnTo>
                  <a:pt x="530402" y="9169"/>
                </a:lnTo>
                <a:lnTo>
                  <a:pt x="530402" y="34086"/>
                </a:lnTo>
                <a:lnTo>
                  <a:pt x="532371" y="36309"/>
                </a:lnTo>
                <a:lnTo>
                  <a:pt x="572452" y="36309"/>
                </a:lnTo>
                <a:lnTo>
                  <a:pt x="572452" y="175882"/>
                </a:lnTo>
                <a:lnTo>
                  <a:pt x="574662" y="178066"/>
                </a:lnTo>
                <a:lnTo>
                  <a:pt x="602284" y="178066"/>
                </a:lnTo>
                <a:lnTo>
                  <a:pt x="604481" y="175882"/>
                </a:lnTo>
                <a:lnTo>
                  <a:pt x="604481" y="36309"/>
                </a:lnTo>
                <a:lnTo>
                  <a:pt x="644575" y="36309"/>
                </a:lnTo>
                <a:lnTo>
                  <a:pt x="646518" y="34086"/>
                </a:lnTo>
                <a:lnTo>
                  <a:pt x="646518" y="9169"/>
                </a:lnTo>
                <a:close/>
              </a:path>
              <a:path w="3305175" h="181609">
                <a:moveTo>
                  <a:pt x="783145" y="9169"/>
                </a:moveTo>
                <a:lnTo>
                  <a:pt x="781215" y="6972"/>
                </a:lnTo>
                <a:lnTo>
                  <a:pt x="676351" y="6972"/>
                </a:lnTo>
                <a:lnTo>
                  <a:pt x="674395" y="9169"/>
                </a:lnTo>
                <a:lnTo>
                  <a:pt x="674395" y="175882"/>
                </a:lnTo>
                <a:lnTo>
                  <a:pt x="676351" y="178066"/>
                </a:lnTo>
                <a:lnTo>
                  <a:pt x="781215" y="178066"/>
                </a:lnTo>
                <a:lnTo>
                  <a:pt x="783145" y="175882"/>
                </a:lnTo>
                <a:lnTo>
                  <a:pt x="783145" y="150926"/>
                </a:lnTo>
                <a:lnTo>
                  <a:pt x="781215" y="148729"/>
                </a:lnTo>
                <a:lnTo>
                  <a:pt x="706158" y="148729"/>
                </a:lnTo>
                <a:lnTo>
                  <a:pt x="706158" y="105956"/>
                </a:lnTo>
                <a:lnTo>
                  <a:pt x="768985" y="105956"/>
                </a:lnTo>
                <a:lnTo>
                  <a:pt x="771182" y="104013"/>
                </a:lnTo>
                <a:lnTo>
                  <a:pt x="771182" y="78574"/>
                </a:lnTo>
                <a:lnTo>
                  <a:pt x="768985" y="76377"/>
                </a:lnTo>
                <a:lnTo>
                  <a:pt x="706158" y="76377"/>
                </a:lnTo>
                <a:lnTo>
                  <a:pt x="706158" y="36309"/>
                </a:lnTo>
                <a:lnTo>
                  <a:pt x="781215" y="36309"/>
                </a:lnTo>
                <a:lnTo>
                  <a:pt x="783145" y="34086"/>
                </a:lnTo>
                <a:lnTo>
                  <a:pt x="783145" y="9169"/>
                </a:lnTo>
                <a:close/>
              </a:path>
              <a:path w="3305175" h="181609">
                <a:moveTo>
                  <a:pt x="957910" y="151904"/>
                </a:moveTo>
                <a:lnTo>
                  <a:pt x="955967" y="150202"/>
                </a:lnTo>
                <a:lnTo>
                  <a:pt x="954316" y="148501"/>
                </a:lnTo>
                <a:lnTo>
                  <a:pt x="940828" y="134569"/>
                </a:lnTo>
                <a:lnTo>
                  <a:pt x="939368" y="133096"/>
                </a:lnTo>
                <a:lnTo>
                  <a:pt x="936650" y="132829"/>
                </a:lnTo>
                <a:lnTo>
                  <a:pt x="934694" y="134569"/>
                </a:lnTo>
                <a:lnTo>
                  <a:pt x="926592" y="140246"/>
                </a:lnTo>
                <a:lnTo>
                  <a:pt x="917651" y="144640"/>
                </a:lnTo>
                <a:lnTo>
                  <a:pt x="907897" y="147485"/>
                </a:lnTo>
                <a:lnTo>
                  <a:pt x="897305" y="148501"/>
                </a:lnTo>
                <a:lnTo>
                  <a:pt x="875538" y="143967"/>
                </a:lnTo>
                <a:lnTo>
                  <a:pt x="858177" y="131711"/>
                </a:lnTo>
                <a:lnTo>
                  <a:pt x="846696" y="113728"/>
                </a:lnTo>
                <a:lnTo>
                  <a:pt x="842543" y="92011"/>
                </a:lnTo>
                <a:lnTo>
                  <a:pt x="846658" y="70116"/>
                </a:lnTo>
                <a:lnTo>
                  <a:pt x="858062" y="51993"/>
                </a:lnTo>
                <a:lnTo>
                  <a:pt x="875334" y="39624"/>
                </a:lnTo>
                <a:lnTo>
                  <a:pt x="897064" y="35064"/>
                </a:lnTo>
                <a:lnTo>
                  <a:pt x="907262" y="36042"/>
                </a:lnTo>
                <a:lnTo>
                  <a:pt x="917155" y="38887"/>
                </a:lnTo>
                <a:lnTo>
                  <a:pt x="926414" y="43421"/>
                </a:lnTo>
                <a:lnTo>
                  <a:pt x="934694" y="49491"/>
                </a:lnTo>
                <a:lnTo>
                  <a:pt x="936650" y="51460"/>
                </a:lnTo>
                <a:lnTo>
                  <a:pt x="939101" y="51460"/>
                </a:lnTo>
                <a:lnTo>
                  <a:pt x="940828" y="49491"/>
                </a:lnTo>
                <a:lnTo>
                  <a:pt x="954773" y="35064"/>
                </a:lnTo>
                <a:lnTo>
                  <a:pt x="955725" y="34086"/>
                </a:lnTo>
                <a:lnTo>
                  <a:pt x="957694" y="32131"/>
                </a:lnTo>
                <a:lnTo>
                  <a:pt x="957694" y="29210"/>
                </a:lnTo>
                <a:lnTo>
                  <a:pt x="913650" y="5969"/>
                </a:lnTo>
                <a:lnTo>
                  <a:pt x="896327" y="4521"/>
                </a:lnTo>
                <a:lnTo>
                  <a:pt x="861910" y="11430"/>
                </a:lnTo>
                <a:lnTo>
                  <a:pt x="833882" y="30302"/>
                </a:lnTo>
                <a:lnTo>
                  <a:pt x="815009" y="58343"/>
                </a:lnTo>
                <a:lnTo>
                  <a:pt x="808101" y="92760"/>
                </a:lnTo>
                <a:lnTo>
                  <a:pt x="815009" y="127088"/>
                </a:lnTo>
                <a:lnTo>
                  <a:pt x="833882" y="154952"/>
                </a:lnTo>
                <a:lnTo>
                  <a:pt x="861910" y="173659"/>
                </a:lnTo>
                <a:lnTo>
                  <a:pt x="896327" y="180505"/>
                </a:lnTo>
                <a:lnTo>
                  <a:pt x="912444" y="179070"/>
                </a:lnTo>
                <a:lnTo>
                  <a:pt x="955725" y="156806"/>
                </a:lnTo>
                <a:lnTo>
                  <a:pt x="957910" y="151904"/>
                </a:lnTo>
                <a:close/>
              </a:path>
              <a:path w="3305175" h="181609">
                <a:moveTo>
                  <a:pt x="1132674" y="9169"/>
                </a:moveTo>
                <a:lnTo>
                  <a:pt x="1130490" y="6972"/>
                </a:lnTo>
                <a:lnTo>
                  <a:pt x="1102880" y="6972"/>
                </a:lnTo>
                <a:lnTo>
                  <a:pt x="1100912" y="9169"/>
                </a:lnTo>
                <a:lnTo>
                  <a:pt x="1100912" y="112560"/>
                </a:lnTo>
                <a:lnTo>
                  <a:pt x="1100683" y="112560"/>
                </a:lnTo>
                <a:lnTo>
                  <a:pt x="1059014" y="68300"/>
                </a:lnTo>
                <a:lnTo>
                  <a:pt x="998994" y="4521"/>
                </a:lnTo>
                <a:lnTo>
                  <a:pt x="990434" y="4521"/>
                </a:lnTo>
                <a:lnTo>
                  <a:pt x="988225" y="6489"/>
                </a:lnTo>
                <a:lnTo>
                  <a:pt x="988225" y="175882"/>
                </a:lnTo>
                <a:lnTo>
                  <a:pt x="990434" y="178066"/>
                </a:lnTo>
                <a:lnTo>
                  <a:pt x="1017816" y="178066"/>
                </a:lnTo>
                <a:lnTo>
                  <a:pt x="1019759" y="175882"/>
                </a:lnTo>
                <a:lnTo>
                  <a:pt x="1019759" y="68300"/>
                </a:lnTo>
                <a:lnTo>
                  <a:pt x="1020025" y="68300"/>
                </a:lnTo>
                <a:lnTo>
                  <a:pt x="1122184" y="180505"/>
                </a:lnTo>
                <a:lnTo>
                  <a:pt x="1130490" y="180505"/>
                </a:lnTo>
                <a:lnTo>
                  <a:pt x="1132674" y="178562"/>
                </a:lnTo>
                <a:lnTo>
                  <a:pt x="1132674" y="112560"/>
                </a:lnTo>
                <a:lnTo>
                  <a:pt x="1132674" y="9169"/>
                </a:lnTo>
                <a:close/>
              </a:path>
              <a:path w="3305175" h="181609">
                <a:moveTo>
                  <a:pt x="1206754" y="9169"/>
                </a:moveTo>
                <a:lnTo>
                  <a:pt x="1204556" y="6972"/>
                </a:lnTo>
                <a:lnTo>
                  <a:pt x="1176934" y="6972"/>
                </a:lnTo>
                <a:lnTo>
                  <a:pt x="1174737" y="9169"/>
                </a:lnTo>
                <a:lnTo>
                  <a:pt x="1174737" y="175882"/>
                </a:lnTo>
                <a:lnTo>
                  <a:pt x="1176934" y="178066"/>
                </a:lnTo>
                <a:lnTo>
                  <a:pt x="1204556" y="178066"/>
                </a:lnTo>
                <a:lnTo>
                  <a:pt x="1206754" y="175882"/>
                </a:lnTo>
                <a:lnTo>
                  <a:pt x="1206754" y="9169"/>
                </a:lnTo>
                <a:close/>
              </a:path>
              <a:path w="3305175" h="181609">
                <a:moveTo>
                  <a:pt x="1388605" y="151904"/>
                </a:moveTo>
                <a:lnTo>
                  <a:pt x="1386662" y="150202"/>
                </a:lnTo>
                <a:lnTo>
                  <a:pt x="1385011" y="148501"/>
                </a:lnTo>
                <a:lnTo>
                  <a:pt x="1371523" y="134569"/>
                </a:lnTo>
                <a:lnTo>
                  <a:pt x="1370037" y="133096"/>
                </a:lnTo>
                <a:lnTo>
                  <a:pt x="1367345" y="132829"/>
                </a:lnTo>
                <a:lnTo>
                  <a:pt x="1365377" y="134569"/>
                </a:lnTo>
                <a:lnTo>
                  <a:pt x="1357274" y="140246"/>
                </a:lnTo>
                <a:lnTo>
                  <a:pt x="1348333" y="144640"/>
                </a:lnTo>
                <a:lnTo>
                  <a:pt x="1338580" y="147485"/>
                </a:lnTo>
                <a:lnTo>
                  <a:pt x="1327988" y="148501"/>
                </a:lnTo>
                <a:lnTo>
                  <a:pt x="1306220" y="143967"/>
                </a:lnTo>
                <a:lnTo>
                  <a:pt x="1288872" y="131711"/>
                </a:lnTo>
                <a:lnTo>
                  <a:pt x="1277378" y="113728"/>
                </a:lnTo>
                <a:lnTo>
                  <a:pt x="1273225" y="92011"/>
                </a:lnTo>
                <a:lnTo>
                  <a:pt x="1277340" y="70116"/>
                </a:lnTo>
                <a:lnTo>
                  <a:pt x="1288745" y="51993"/>
                </a:lnTo>
                <a:lnTo>
                  <a:pt x="1306017" y="39624"/>
                </a:lnTo>
                <a:lnTo>
                  <a:pt x="1327746" y="35064"/>
                </a:lnTo>
                <a:lnTo>
                  <a:pt x="1337957" y="36042"/>
                </a:lnTo>
                <a:lnTo>
                  <a:pt x="1347851" y="38887"/>
                </a:lnTo>
                <a:lnTo>
                  <a:pt x="1357096" y="43421"/>
                </a:lnTo>
                <a:lnTo>
                  <a:pt x="1365377" y="49491"/>
                </a:lnTo>
                <a:lnTo>
                  <a:pt x="1367345" y="51460"/>
                </a:lnTo>
                <a:lnTo>
                  <a:pt x="1369783" y="51460"/>
                </a:lnTo>
                <a:lnTo>
                  <a:pt x="1371523" y="49491"/>
                </a:lnTo>
                <a:lnTo>
                  <a:pt x="1385455" y="35064"/>
                </a:lnTo>
                <a:lnTo>
                  <a:pt x="1386408" y="34086"/>
                </a:lnTo>
                <a:lnTo>
                  <a:pt x="1388364" y="32131"/>
                </a:lnTo>
                <a:lnTo>
                  <a:pt x="1388364" y="29210"/>
                </a:lnTo>
                <a:lnTo>
                  <a:pt x="1344333" y="5969"/>
                </a:lnTo>
                <a:lnTo>
                  <a:pt x="1327010" y="4521"/>
                </a:lnTo>
                <a:lnTo>
                  <a:pt x="1292606" y="11430"/>
                </a:lnTo>
                <a:lnTo>
                  <a:pt x="1264564" y="30302"/>
                </a:lnTo>
                <a:lnTo>
                  <a:pt x="1245692" y="58343"/>
                </a:lnTo>
                <a:lnTo>
                  <a:pt x="1238783" y="92760"/>
                </a:lnTo>
                <a:lnTo>
                  <a:pt x="1245692" y="127088"/>
                </a:lnTo>
                <a:lnTo>
                  <a:pt x="1264564" y="154952"/>
                </a:lnTo>
                <a:lnTo>
                  <a:pt x="1292606" y="173659"/>
                </a:lnTo>
                <a:lnTo>
                  <a:pt x="1327010" y="180505"/>
                </a:lnTo>
                <a:lnTo>
                  <a:pt x="1343126" y="179070"/>
                </a:lnTo>
                <a:lnTo>
                  <a:pt x="1386408" y="156806"/>
                </a:lnTo>
                <a:lnTo>
                  <a:pt x="1388605" y="151904"/>
                </a:lnTo>
                <a:close/>
              </a:path>
              <a:path w="3305175" h="181609">
                <a:moveTo>
                  <a:pt x="1584883" y="92760"/>
                </a:moveTo>
                <a:lnTo>
                  <a:pt x="1578013" y="58343"/>
                </a:lnTo>
                <a:lnTo>
                  <a:pt x="1563243" y="36309"/>
                </a:lnTo>
                <a:lnTo>
                  <a:pt x="1559217" y="30302"/>
                </a:lnTo>
                <a:lnTo>
                  <a:pt x="1553095" y="26174"/>
                </a:lnTo>
                <a:lnTo>
                  <a:pt x="1553095" y="92760"/>
                </a:lnTo>
                <a:lnTo>
                  <a:pt x="1548638" y="114490"/>
                </a:lnTo>
                <a:lnTo>
                  <a:pt x="1536534" y="132283"/>
                </a:lnTo>
                <a:lnTo>
                  <a:pt x="1518666" y="144310"/>
                </a:lnTo>
                <a:lnTo>
                  <a:pt x="1496898" y="148729"/>
                </a:lnTo>
                <a:lnTo>
                  <a:pt x="1475143" y="144310"/>
                </a:lnTo>
                <a:lnTo>
                  <a:pt x="1457337" y="132283"/>
                </a:lnTo>
                <a:lnTo>
                  <a:pt x="1445310" y="114490"/>
                </a:lnTo>
                <a:lnTo>
                  <a:pt x="1440903" y="92760"/>
                </a:lnTo>
                <a:lnTo>
                  <a:pt x="1445310" y="70942"/>
                </a:lnTo>
                <a:lnTo>
                  <a:pt x="1457337" y="52971"/>
                </a:lnTo>
                <a:lnTo>
                  <a:pt x="1475143" y="40792"/>
                </a:lnTo>
                <a:lnTo>
                  <a:pt x="1496898" y="36309"/>
                </a:lnTo>
                <a:lnTo>
                  <a:pt x="1518666" y="40792"/>
                </a:lnTo>
                <a:lnTo>
                  <a:pt x="1536534" y="52971"/>
                </a:lnTo>
                <a:lnTo>
                  <a:pt x="1548638" y="70942"/>
                </a:lnTo>
                <a:lnTo>
                  <a:pt x="1553095" y="92760"/>
                </a:lnTo>
                <a:lnTo>
                  <a:pt x="1553095" y="26174"/>
                </a:lnTo>
                <a:lnTo>
                  <a:pt x="1531264" y="11430"/>
                </a:lnTo>
                <a:lnTo>
                  <a:pt x="1496898" y="4521"/>
                </a:lnTo>
                <a:lnTo>
                  <a:pt x="1462557" y="11430"/>
                </a:lnTo>
                <a:lnTo>
                  <a:pt x="1434680" y="30302"/>
                </a:lnTo>
                <a:lnTo>
                  <a:pt x="1415973" y="58343"/>
                </a:lnTo>
                <a:lnTo>
                  <a:pt x="1409141" y="92760"/>
                </a:lnTo>
                <a:lnTo>
                  <a:pt x="1415973" y="127088"/>
                </a:lnTo>
                <a:lnTo>
                  <a:pt x="1434680" y="154952"/>
                </a:lnTo>
                <a:lnTo>
                  <a:pt x="1462557" y="173659"/>
                </a:lnTo>
                <a:lnTo>
                  <a:pt x="1496898" y="180505"/>
                </a:lnTo>
                <a:lnTo>
                  <a:pt x="1531264" y="173659"/>
                </a:lnTo>
                <a:lnTo>
                  <a:pt x="1559217" y="154952"/>
                </a:lnTo>
                <a:lnTo>
                  <a:pt x="1563420" y="148729"/>
                </a:lnTo>
                <a:lnTo>
                  <a:pt x="1578013" y="127088"/>
                </a:lnTo>
                <a:lnTo>
                  <a:pt x="1584883" y="92760"/>
                </a:lnTo>
                <a:close/>
              </a:path>
              <a:path w="3305175" h="181609">
                <a:moveTo>
                  <a:pt x="1946135" y="176390"/>
                </a:moveTo>
                <a:lnTo>
                  <a:pt x="1945386" y="172847"/>
                </a:lnTo>
                <a:lnTo>
                  <a:pt x="1925205" y="62674"/>
                </a:lnTo>
                <a:lnTo>
                  <a:pt x="1914423" y="3784"/>
                </a:lnTo>
                <a:lnTo>
                  <a:pt x="1913902" y="1803"/>
                </a:lnTo>
                <a:lnTo>
                  <a:pt x="1911921" y="0"/>
                </a:lnTo>
                <a:lnTo>
                  <a:pt x="1904136" y="0"/>
                </a:lnTo>
                <a:lnTo>
                  <a:pt x="1902104" y="1282"/>
                </a:lnTo>
                <a:lnTo>
                  <a:pt x="1901596" y="2794"/>
                </a:lnTo>
                <a:lnTo>
                  <a:pt x="1849285" y="131343"/>
                </a:lnTo>
                <a:lnTo>
                  <a:pt x="1848243" y="131343"/>
                </a:lnTo>
                <a:lnTo>
                  <a:pt x="1820164" y="62674"/>
                </a:lnTo>
                <a:lnTo>
                  <a:pt x="1795678" y="2794"/>
                </a:lnTo>
                <a:lnTo>
                  <a:pt x="1795170" y="1282"/>
                </a:lnTo>
                <a:lnTo>
                  <a:pt x="1792897" y="0"/>
                </a:lnTo>
                <a:lnTo>
                  <a:pt x="1785366" y="0"/>
                </a:lnTo>
                <a:lnTo>
                  <a:pt x="1783346" y="1803"/>
                </a:lnTo>
                <a:lnTo>
                  <a:pt x="1782826" y="3784"/>
                </a:lnTo>
                <a:lnTo>
                  <a:pt x="1751634" y="172847"/>
                </a:lnTo>
                <a:lnTo>
                  <a:pt x="1751126" y="176390"/>
                </a:lnTo>
                <a:lnTo>
                  <a:pt x="1752904" y="178638"/>
                </a:lnTo>
                <a:lnTo>
                  <a:pt x="1774774" y="178638"/>
                </a:lnTo>
                <a:lnTo>
                  <a:pt x="1777047" y="176898"/>
                </a:lnTo>
                <a:lnTo>
                  <a:pt x="1777288" y="175107"/>
                </a:lnTo>
                <a:lnTo>
                  <a:pt x="1795411" y="62674"/>
                </a:lnTo>
                <a:lnTo>
                  <a:pt x="1796440" y="62674"/>
                </a:lnTo>
                <a:lnTo>
                  <a:pt x="1841982" y="178396"/>
                </a:lnTo>
                <a:lnTo>
                  <a:pt x="1842465" y="179882"/>
                </a:lnTo>
                <a:lnTo>
                  <a:pt x="1844230" y="181152"/>
                </a:lnTo>
                <a:lnTo>
                  <a:pt x="1853031" y="181152"/>
                </a:lnTo>
                <a:lnTo>
                  <a:pt x="1854517" y="179882"/>
                </a:lnTo>
                <a:lnTo>
                  <a:pt x="1855038" y="178396"/>
                </a:lnTo>
                <a:lnTo>
                  <a:pt x="1873453" y="131343"/>
                </a:lnTo>
                <a:lnTo>
                  <a:pt x="1900339" y="62674"/>
                </a:lnTo>
                <a:lnTo>
                  <a:pt x="1901075" y="62674"/>
                </a:lnTo>
                <a:lnTo>
                  <a:pt x="1919706" y="175107"/>
                </a:lnTo>
                <a:lnTo>
                  <a:pt x="1920214" y="176898"/>
                </a:lnTo>
                <a:lnTo>
                  <a:pt x="1922221" y="178638"/>
                </a:lnTo>
                <a:lnTo>
                  <a:pt x="1944395" y="178638"/>
                </a:lnTo>
                <a:lnTo>
                  <a:pt x="1946135" y="176390"/>
                </a:lnTo>
                <a:close/>
              </a:path>
              <a:path w="3305175" h="181609">
                <a:moveTo>
                  <a:pt x="2008530" y="4813"/>
                </a:moveTo>
                <a:lnTo>
                  <a:pt x="2006282" y="2552"/>
                </a:lnTo>
                <a:lnTo>
                  <a:pt x="1984654" y="2552"/>
                </a:lnTo>
                <a:lnTo>
                  <a:pt x="1982355" y="4813"/>
                </a:lnTo>
                <a:lnTo>
                  <a:pt x="1982355" y="176390"/>
                </a:lnTo>
                <a:lnTo>
                  <a:pt x="1984654" y="178638"/>
                </a:lnTo>
                <a:lnTo>
                  <a:pt x="2006282" y="178638"/>
                </a:lnTo>
                <a:lnTo>
                  <a:pt x="2008530" y="176390"/>
                </a:lnTo>
                <a:lnTo>
                  <a:pt x="2008530" y="4813"/>
                </a:lnTo>
                <a:close/>
              </a:path>
              <a:path w="3305175" h="181609">
                <a:moveTo>
                  <a:pt x="2156485" y="157543"/>
                </a:moveTo>
                <a:lnTo>
                  <a:pt x="2154453" y="155270"/>
                </a:lnTo>
                <a:lnTo>
                  <a:pt x="2083549" y="155270"/>
                </a:lnTo>
                <a:lnTo>
                  <a:pt x="2083549" y="4813"/>
                </a:lnTo>
                <a:lnTo>
                  <a:pt x="2081250" y="2552"/>
                </a:lnTo>
                <a:lnTo>
                  <a:pt x="2059368" y="2552"/>
                </a:lnTo>
                <a:lnTo>
                  <a:pt x="2057336" y="4813"/>
                </a:lnTo>
                <a:lnTo>
                  <a:pt x="2057336" y="176390"/>
                </a:lnTo>
                <a:lnTo>
                  <a:pt x="2059368" y="178638"/>
                </a:lnTo>
                <a:lnTo>
                  <a:pt x="2154453" y="178638"/>
                </a:lnTo>
                <a:lnTo>
                  <a:pt x="2156485" y="176390"/>
                </a:lnTo>
                <a:lnTo>
                  <a:pt x="2156485" y="157543"/>
                </a:lnTo>
                <a:close/>
              </a:path>
              <a:path w="3305175" h="181609">
                <a:moveTo>
                  <a:pt x="2338413" y="175348"/>
                </a:moveTo>
                <a:lnTo>
                  <a:pt x="2336889" y="172123"/>
                </a:lnTo>
                <a:lnTo>
                  <a:pt x="2322512" y="140411"/>
                </a:lnTo>
                <a:lnTo>
                  <a:pt x="2312708" y="118757"/>
                </a:lnTo>
                <a:lnTo>
                  <a:pt x="2285784" y="59372"/>
                </a:lnTo>
                <a:lnTo>
                  <a:pt x="2285784" y="118757"/>
                </a:lnTo>
                <a:lnTo>
                  <a:pt x="2222919" y="118757"/>
                </a:lnTo>
                <a:lnTo>
                  <a:pt x="2253589" y="49834"/>
                </a:lnTo>
                <a:lnTo>
                  <a:pt x="2254872" y="49834"/>
                </a:lnTo>
                <a:lnTo>
                  <a:pt x="2285784" y="118757"/>
                </a:lnTo>
                <a:lnTo>
                  <a:pt x="2285784" y="59372"/>
                </a:lnTo>
                <a:lnTo>
                  <a:pt x="2281466" y="49834"/>
                </a:lnTo>
                <a:lnTo>
                  <a:pt x="2260142" y="2794"/>
                </a:lnTo>
                <a:lnTo>
                  <a:pt x="2259406" y="1282"/>
                </a:lnTo>
                <a:lnTo>
                  <a:pt x="2257133" y="0"/>
                </a:lnTo>
                <a:lnTo>
                  <a:pt x="2252103" y="0"/>
                </a:lnTo>
                <a:lnTo>
                  <a:pt x="2249817" y="1282"/>
                </a:lnTo>
                <a:lnTo>
                  <a:pt x="2249081" y="2794"/>
                </a:lnTo>
                <a:lnTo>
                  <a:pt x="2170328" y="175348"/>
                </a:lnTo>
                <a:lnTo>
                  <a:pt x="2172335" y="178638"/>
                </a:lnTo>
                <a:lnTo>
                  <a:pt x="2194979" y="178638"/>
                </a:lnTo>
                <a:lnTo>
                  <a:pt x="2196998" y="176657"/>
                </a:lnTo>
                <a:lnTo>
                  <a:pt x="2197747" y="174904"/>
                </a:lnTo>
                <a:lnTo>
                  <a:pt x="2201557" y="166230"/>
                </a:lnTo>
                <a:lnTo>
                  <a:pt x="2209266" y="149034"/>
                </a:lnTo>
                <a:lnTo>
                  <a:pt x="2213089" y="140411"/>
                </a:lnTo>
                <a:lnTo>
                  <a:pt x="2295360" y="140411"/>
                </a:lnTo>
                <a:lnTo>
                  <a:pt x="2310968" y="174904"/>
                </a:lnTo>
                <a:lnTo>
                  <a:pt x="2311984" y="177114"/>
                </a:lnTo>
                <a:lnTo>
                  <a:pt x="2313762" y="178638"/>
                </a:lnTo>
                <a:lnTo>
                  <a:pt x="2336393" y="178638"/>
                </a:lnTo>
                <a:lnTo>
                  <a:pt x="2338413" y="175348"/>
                </a:lnTo>
                <a:close/>
              </a:path>
              <a:path w="3305175" h="181609">
                <a:moveTo>
                  <a:pt x="2508237" y="4813"/>
                </a:moveTo>
                <a:lnTo>
                  <a:pt x="2505964" y="2552"/>
                </a:lnTo>
                <a:lnTo>
                  <a:pt x="2484590" y="2552"/>
                </a:lnTo>
                <a:lnTo>
                  <a:pt x="2482558" y="4813"/>
                </a:lnTo>
                <a:lnTo>
                  <a:pt x="2482558" y="126301"/>
                </a:lnTo>
                <a:lnTo>
                  <a:pt x="2482316" y="126301"/>
                </a:lnTo>
                <a:lnTo>
                  <a:pt x="2417508" y="51346"/>
                </a:lnTo>
                <a:lnTo>
                  <a:pt x="2373109" y="0"/>
                </a:lnTo>
                <a:lnTo>
                  <a:pt x="2364308" y="0"/>
                </a:lnTo>
                <a:lnTo>
                  <a:pt x="2362047" y="2032"/>
                </a:lnTo>
                <a:lnTo>
                  <a:pt x="2362047" y="176390"/>
                </a:lnTo>
                <a:lnTo>
                  <a:pt x="2364308" y="178638"/>
                </a:lnTo>
                <a:lnTo>
                  <a:pt x="2385415" y="178638"/>
                </a:lnTo>
                <a:lnTo>
                  <a:pt x="2387447" y="176390"/>
                </a:lnTo>
                <a:lnTo>
                  <a:pt x="2387447" y="51346"/>
                </a:lnTo>
                <a:lnTo>
                  <a:pt x="2387714" y="51346"/>
                </a:lnTo>
                <a:lnTo>
                  <a:pt x="2496909" y="181152"/>
                </a:lnTo>
                <a:lnTo>
                  <a:pt x="2505964" y="181152"/>
                </a:lnTo>
                <a:lnTo>
                  <a:pt x="2508237" y="179158"/>
                </a:lnTo>
                <a:lnTo>
                  <a:pt x="2508237" y="126301"/>
                </a:lnTo>
                <a:lnTo>
                  <a:pt x="2508237" y="4813"/>
                </a:lnTo>
                <a:close/>
              </a:path>
              <a:path w="3305175" h="181609">
                <a:moveTo>
                  <a:pt x="2725128" y="90855"/>
                </a:moveTo>
                <a:lnTo>
                  <a:pt x="2718054" y="55435"/>
                </a:lnTo>
                <a:lnTo>
                  <a:pt x="2699956" y="28422"/>
                </a:lnTo>
                <a:lnTo>
                  <a:pt x="2699956" y="90855"/>
                </a:lnTo>
                <a:lnTo>
                  <a:pt x="2694800" y="116192"/>
                </a:lnTo>
                <a:lnTo>
                  <a:pt x="2680741" y="136906"/>
                </a:lnTo>
                <a:lnTo>
                  <a:pt x="2659938" y="150901"/>
                </a:lnTo>
                <a:lnTo>
                  <a:pt x="2634526" y="156032"/>
                </a:lnTo>
                <a:lnTo>
                  <a:pt x="2609278" y="150901"/>
                </a:lnTo>
                <a:lnTo>
                  <a:pt x="2588552" y="136906"/>
                </a:lnTo>
                <a:lnTo>
                  <a:pt x="2574531" y="116192"/>
                </a:lnTo>
                <a:lnTo>
                  <a:pt x="2569375" y="90855"/>
                </a:lnTo>
                <a:lnTo>
                  <a:pt x="2574531" y="65519"/>
                </a:lnTo>
                <a:lnTo>
                  <a:pt x="2588552" y="44627"/>
                </a:lnTo>
                <a:lnTo>
                  <a:pt x="2609278" y="30441"/>
                </a:lnTo>
                <a:lnTo>
                  <a:pt x="2634526" y="25209"/>
                </a:lnTo>
                <a:lnTo>
                  <a:pt x="2659938" y="30441"/>
                </a:lnTo>
                <a:lnTo>
                  <a:pt x="2680741" y="44627"/>
                </a:lnTo>
                <a:lnTo>
                  <a:pt x="2694800" y="65519"/>
                </a:lnTo>
                <a:lnTo>
                  <a:pt x="2699956" y="90855"/>
                </a:lnTo>
                <a:lnTo>
                  <a:pt x="2699956" y="28422"/>
                </a:lnTo>
                <a:lnTo>
                  <a:pt x="2698712" y="26555"/>
                </a:lnTo>
                <a:lnTo>
                  <a:pt x="2696705" y="25209"/>
                </a:lnTo>
                <a:lnTo>
                  <a:pt x="2669921" y="7112"/>
                </a:lnTo>
                <a:lnTo>
                  <a:pt x="2634526" y="0"/>
                </a:lnTo>
                <a:lnTo>
                  <a:pt x="2599194" y="7112"/>
                </a:lnTo>
                <a:lnTo>
                  <a:pt x="2570505" y="26555"/>
                </a:lnTo>
                <a:lnTo>
                  <a:pt x="2551252" y="55435"/>
                </a:lnTo>
                <a:lnTo>
                  <a:pt x="2544216" y="90855"/>
                </a:lnTo>
                <a:lnTo>
                  <a:pt x="2551252" y="126187"/>
                </a:lnTo>
                <a:lnTo>
                  <a:pt x="2570505" y="154863"/>
                </a:lnTo>
                <a:lnTo>
                  <a:pt x="2599194" y="174117"/>
                </a:lnTo>
                <a:lnTo>
                  <a:pt x="2634526" y="181152"/>
                </a:lnTo>
                <a:lnTo>
                  <a:pt x="2669921" y="174117"/>
                </a:lnTo>
                <a:lnTo>
                  <a:pt x="2696972" y="156032"/>
                </a:lnTo>
                <a:lnTo>
                  <a:pt x="2698712" y="154863"/>
                </a:lnTo>
                <a:lnTo>
                  <a:pt x="2718054" y="126187"/>
                </a:lnTo>
                <a:lnTo>
                  <a:pt x="2725128" y="90855"/>
                </a:lnTo>
                <a:close/>
              </a:path>
              <a:path w="3305175" h="181609">
                <a:moveTo>
                  <a:pt x="2890990" y="160489"/>
                </a:moveTo>
                <a:lnTo>
                  <a:pt x="2888958" y="158508"/>
                </a:lnTo>
                <a:lnTo>
                  <a:pt x="2858516" y="158508"/>
                </a:lnTo>
                <a:lnTo>
                  <a:pt x="2858516" y="46062"/>
                </a:lnTo>
                <a:lnTo>
                  <a:pt x="2858516" y="9855"/>
                </a:lnTo>
                <a:lnTo>
                  <a:pt x="2856496" y="7594"/>
                </a:lnTo>
                <a:lnTo>
                  <a:pt x="2841650" y="7594"/>
                </a:lnTo>
                <a:lnTo>
                  <a:pt x="2804185" y="41541"/>
                </a:lnTo>
                <a:lnTo>
                  <a:pt x="2803156" y="42532"/>
                </a:lnTo>
                <a:lnTo>
                  <a:pt x="2802661" y="44564"/>
                </a:lnTo>
                <a:lnTo>
                  <a:pt x="2803410" y="46570"/>
                </a:lnTo>
                <a:lnTo>
                  <a:pt x="2806446" y="55359"/>
                </a:lnTo>
                <a:lnTo>
                  <a:pt x="2807208" y="57619"/>
                </a:lnTo>
                <a:lnTo>
                  <a:pt x="2809697" y="58140"/>
                </a:lnTo>
                <a:lnTo>
                  <a:pt x="2811970" y="57150"/>
                </a:lnTo>
                <a:lnTo>
                  <a:pt x="2833852" y="46062"/>
                </a:lnTo>
                <a:lnTo>
                  <a:pt x="2833852" y="158508"/>
                </a:lnTo>
                <a:lnTo>
                  <a:pt x="2795854" y="158508"/>
                </a:lnTo>
                <a:lnTo>
                  <a:pt x="2793860" y="160489"/>
                </a:lnTo>
                <a:lnTo>
                  <a:pt x="2793860" y="176657"/>
                </a:lnTo>
                <a:lnTo>
                  <a:pt x="2795854" y="178638"/>
                </a:lnTo>
                <a:lnTo>
                  <a:pt x="2888958" y="178638"/>
                </a:lnTo>
                <a:lnTo>
                  <a:pt x="2890990" y="176657"/>
                </a:lnTo>
                <a:lnTo>
                  <a:pt x="2890990" y="160489"/>
                </a:lnTo>
                <a:close/>
              </a:path>
              <a:path w="3305175" h="181609">
                <a:moveTo>
                  <a:pt x="3035643" y="132829"/>
                </a:moveTo>
                <a:lnTo>
                  <a:pt x="3032518" y="117894"/>
                </a:lnTo>
                <a:lnTo>
                  <a:pt x="3024759" y="105714"/>
                </a:lnTo>
                <a:lnTo>
                  <a:pt x="3021952" y="103136"/>
                </a:lnTo>
                <a:lnTo>
                  <a:pt x="3014840" y="96596"/>
                </a:lnTo>
                <a:lnTo>
                  <a:pt x="3009468" y="93395"/>
                </a:lnTo>
                <a:lnTo>
                  <a:pt x="3009468" y="133375"/>
                </a:lnTo>
                <a:lnTo>
                  <a:pt x="3006953" y="144754"/>
                </a:lnTo>
                <a:lnTo>
                  <a:pt x="3000070" y="153390"/>
                </a:lnTo>
                <a:lnTo>
                  <a:pt x="2989834" y="158851"/>
                </a:lnTo>
                <a:lnTo>
                  <a:pt x="2977273" y="160769"/>
                </a:lnTo>
                <a:lnTo>
                  <a:pt x="2965310" y="158813"/>
                </a:lnTo>
                <a:lnTo>
                  <a:pt x="2955201" y="153289"/>
                </a:lnTo>
                <a:lnTo>
                  <a:pt x="2948216" y="144653"/>
                </a:lnTo>
                <a:lnTo>
                  <a:pt x="2945600" y="133375"/>
                </a:lnTo>
                <a:lnTo>
                  <a:pt x="2947720" y="123431"/>
                </a:lnTo>
                <a:lnTo>
                  <a:pt x="2953905" y="114363"/>
                </a:lnTo>
                <a:lnTo>
                  <a:pt x="2963926" y="107251"/>
                </a:lnTo>
                <a:lnTo>
                  <a:pt x="2977515" y="103136"/>
                </a:lnTo>
                <a:lnTo>
                  <a:pt x="2991104" y="107251"/>
                </a:lnTo>
                <a:lnTo>
                  <a:pt x="3001137" y="114363"/>
                </a:lnTo>
                <a:lnTo>
                  <a:pt x="3007347" y="123431"/>
                </a:lnTo>
                <a:lnTo>
                  <a:pt x="3009468" y="133375"/>
                </a:lnTo>
                <a:lnTo>
                  <a:pt x="3009468" y="93395"/>
                </a:lnTo>
                <a:lnTo>
                  <a:pt x="3005213" y="90855"/>
                </a:lnTo>
                <a:lnTo>
                  <a:pt x="3005213" y="89852"/>
                </a:lnTo>
                <a:lnTo>
                  <a:pt x="3013824" y="84175"/>
                </a:lnTo>
                <a:lnTo>
                  <a:pt x="3018904" y="79019"/>
                </a:lnTo>
                <a:lnTo>
                  <a:pt x="3022219" y="75653"/>
                </a:lnTo>
                <a:lnTo>
                  <a:pt x="3028607" y="64541"/>
                </a:lnTo>
                <a:lnTo>
                  <a:pt x="3031134" y="51104"/>
                </a:lnTo>
                <a:lnTo>
                  <a:pt x="3027070" y="32219"/>
                </a:lnTo>
                <a:lnTo>
                  <a:pt x="3021990" y="25679"/>
                </a:lnTo>
                <a:lnTo>
                  <a:pt x="3015805" y="17691"/>
                </a:lnTo>
                <a:lnTo>
                  <a:pt x="3005721" y="12179"/>
                </a:lnTo>
                <a:lnTo>
                  <a:pt x="3005721" y="52095"/>
                </a:lnTo>
                <a:lnTo>
                  <a:pt x="3004045" y="61544"/>
                </a:lnTo>
                <a:lnTo>
                  <a:pt x="2998889" y="69519"/>
                </a:lnTo>
                <a:lnTo>
                  <a:pt x="2990100" y="75526"/>
                </a:lnTo>
                <a:lnTo>
                  <a:pt x="2977515" y="79019"/>
                </a:lnTo>
                <a:lnTo>
                  <a:pt x="2964840" y="75438"/>
                </a:lnTo>
                <a:lnTo>
                  <a:pt x="2956077" y="69507"/>
                </a:lnTo>
                <a:lnTo>
                  <a:pt x="2950984" y="61607"/>
                </a:lnTo>
                <a:lnTo>
                  <a:pt x="2949333" y="52095"/>
                </a:lnTo>
                <a:lnTo>
                  <a:pt x="2951505" y="41490"/>
                </a:lnTo>
                <a:lnTo>
                  <a:pt x="2957398" y="33134"/>
                </a:lnTo>
                <a:lnTo>
                  <a:pt x="2966110" y="27647"/>
                </a:lnTo>
                <a:lnTo>
                  <a:pt x="2976753" y="25679"/>
                </a:lnTo>
                <a:lnTo>
                  <a:pt x="2988284" y="27647"/>
                </a:lnTo>
                <a:lnTo>
                  <a:pt x="2997466" y="33134"/>
                </a:lnTo>
                <a:lnTo>
                  <a:pt x="3003537" y="41490"/>
                </a:lnTo>
                <a:lnTo>
                  <a:pt x="3005721" y="52095"/>
                </a:lnTo>
                <a:lnTo>
                  <a:pt x="3005721" y="12179"/>
                </a:lnTo>
                <a:lnTo>
                  <a:pt x="2998749" y="8356"/>
                </a:lnTo>
                <a:lnTo>
                  <a:pt x="2977273" y="5054"/>
                </a:lnTo>
                <a:lnTo>
                  <a:pt x="2956191" y="8356"/>
                </a:lnTo>
                <a:lnTo>
                  <a:pt x="2939275" y="17691"/>
                </a:lnTo>
                <a:lnTo>
                  <a:pt x="2928023" y="32219"/>
                </a:lnTo>
                <a:lnTo>
                  <a:pt x="2923933" y="51104"/>
                </a:lnTo>
                <a:lnTo>
                  <a:pt x="2926461" y="64693"/>
                </a:lnTo>
                <a:lnTo>
                  <a:pt x="2932836" y="75882"/>
                </a:lnTo>
                <a:lnTo>
                  <a:pt x="2941243" y="84429"/>
                </a:lnTo>
                <a:lnTo>
                  <a:pt x="2949854" y="90093"/>
                </a:lnTo>
                <a:lnTo>
                  <a:pt x="2949854" y="90855"/>
                </a:lnTo>
                <a:lnTo>
                  <a:pt x="2941167" y="96139"/>
                </a:lnTo>
                <a:lnTo>
                  <a:pt x="2931134" y="105257"/>
                </a:lnTo>
                <a:lnTo>
                  <a:pt x="2922854" y="117652"/>
                </a:lnTo>
                <a:lnTo>
                  <a:pt x="2919399" y="132829"/>
                </a:lnTo>
                <a:lnTo>
                  <a:pt x="2923451" y="151942"/>
                </a:lnTo>
                <a:lnTo>
                  <a:pt x="2935020" y="167271"/>
                </a:lnTo>
                <a:lnTo>
                  <a:pt x="2953181" y="177457"/>
                </a:lnTo>
                <a:lnTo>
                  <a:pt x="2977032" y="181152"/>
                </a:lnTo>
                <a:lnTo>
                  <a:pt x="3001568" y="177457"/>
                </a:lnTo>
                <a:lnTo>
                  <a:pt x="3020009" y="167271"/>
                </a:lnTo>
                <a:lnTo>
                  <a:pt x="3024936" y="160769"/>
                </a:lnTo>
                <a:lnTo>
                  <a:pt x="3031617" y="151942"/>
                </a:lnTo>
                <a:lnTo>
                  <a:pt x="3035643" y="132829"/>
                </a:lnTo>
                <a:close/>
              </a:path>
              <a:path w="3305175" h="181609">
                <a:moveTo>
                  <a:pt x="3177057" y="123532"/>
                </a:moveTo>
                <a:lnTo>
                  <a:pt x="3172599" y="100368"/>
                </a:lnTo>
                <a:lnTo>
                  <a:pt x="3165157" y="89611"/>
                </a:lnTo>
                <a:lnTo>
                  <a:pt x="3160776" y="83235"/>
                </a:lnTo>
                <a:lnTo>
                  <a:pt x="3153892" y="78905"/>
                </a:lnTo>
                <a:lnTo>
                  <a:pt x="3153892" y="123799"/>
                </a:lnTo>
                <a:lnTo>
                  <a:pt x="3151327" y="137185"/>
                </a:lnTo>
                <a:lnTo>
                  <a:pt x="3144278" y="148221"/>
                </a:lnTo>
                <a:lnTo>
                  <a:pt x="3133737" y="155740"/>
                </a:lnTo>
                <a:lnTo>
                  <a:pt x="3120707" y="158508"/>
                </a:lnTo>
                <a:lnTo>
                  <a:pt x="3103410" y="153695"/>
                </a:lnTo>
                <a:lnTo>
                  <a:pt x="3092297" y="141541"/>
                </a:lnTo>
                <a:lnTo>
                  <a:pt x="3086697" y="125425"/>
                </a:lnTo>
                <a:lnTo>
                  <a:pt x="3085973" y="108737"/>
                </a:lnTo>
                <a:lnTo>
                  <a:pt x="3089198" y="103809"/>
                </a:lnTo>
                <a:lnTo>
                  <a:pt x="3096323" y="97459"/>
                </a:lnTo>
                <a:lnTo>
                  <a:pt x="3106890" y="91948"/>
                </a:lnTo>
                <a:lnTo>
                  <a:pt x="3120466" y="89611"/>
                </a:lnTo>
                <a:lnTo>
                  <a:pt x="3133534" y="92290"/>
                </a:lnTo>
                <a:lnTo>
                  <a:pt x="3144151" y="99618"/>
                </a:lnTo>
                <a:lnTo>
                  <a:pt x="3151289" y="110490"/>
                </a:lnTo>
                <a:lnTo>
                  <a:pt x="3153892" y="123799"/>
                </a:lnTo>
                <a:lnTo>
                  <a:pt x="3153892" y="78905"/>
                </a:lnTo>
                <a:lnTo>
                  <a:pt x="3152876" y="78257"/>
                </a:lnTo>
                <a:lnTo>
                  <a:pt x="3143948" y="72605"/>
                </a:lnTo>
                <a:lnTo>
                  <a:pt x="3124479" y="68961"/>
                </a:lnTo>
                <a:lnTo>
                  <a:pt x="3112401" y="70231"/>
                </a:lnTo>
                <a:lnTo>
                  <a:pt x="3102152" y="73139"/>
                </a:lnTo>
                <a:lnTo>
                  <a:pt x="3094698" y="76276"/>
                </a:lnTo>
                <a:lnTo>
                  <a:pt x="3090976" y="78257"/>
                </a:lnTo>
                <a:lnTo>
                  <a:pt x="3102229" y="57048"/>
                </a:lnTo>
                <a:lnTo>
                  <a:pt x="3119717" y="40271"/>
                </a:lnTo>
                <a:lnTo>
                  <a:pt x="3137801" y="28587"/>
                </a:lnTo>
                <a:lnTo>
                  <a:pt x="3150870" y="22656"/>
                </a:lnTo>
                <a:lnTo>
                  <a:pt x="3155696" y="21145"/>
                </a:lnTo>
                <a:lnTo>
                  <a:pt x="3156674" y="18364"/>
                </a:lnTo>
                <a:lnTo>
                  <a:pt x="3155404" y="15379"/>
                </a:lnTo>
                <a:lnTo>
                  <a:pt x="3151149" y="5054"/>
                </a:lnTo>
                <a:lnTo>
                  <a:pt x="3150120" y="2273"/>
                </a:lnTo>
                <a:lnTo>
                  <a:pt x="3147860" y="1041"/>
                </a:lnTo>
                <a:lnTo>
                  <a:pt x="3094532" y="33362"/>
                </a:lnTo>
                <a:lnTo>
                  <a:pt x="3071317" y="65354"/>
                </a:lnTo>
                <a:lnTo>
                  <a:pt x="3061563" y="110680"/>
                </a:lnTo>
                <a:lnTo>
                  <a:pt x="3065183" y="138036"/>
                </a:lnTo>
                <a:lnTo>
                  <a:pt x="3076156" y="160451"/>
                </a:lnTo>
                <a:lnTo>
                  <a:pt x="3094685" y="175590"/>
                </a:lnTo>
                <a:lnTo>
                  <a:pt x="3120948" y="181152"/>
                </a:lnTo>
                <a:lnTo>
                  <a:pt x="3142564" y="176606"/>
                </a:lnTo>
                <a:lnTo>
                  <a:pt x="3160420" y="164236"/>
                </a:lnTo>
                <a:lnTo>
                  <a:pt x="3164230" y="158508"/>
                </a:lnTo>
                <a:lnTo>
                  <a:pt x="3172574" y="145923"/>
                </a:lnTo>
                <a:lnTo>
                  <a:pt x="3177057" y="123532"/>
                </a:lnTo>
                <a:close/>
              </a:path>
              <a:path w="3305175" h="181609">
                <a:moveTo>
                  <a:pt x="3304641" y="133096"/>
                </a:moveTo>
                <a:lnTo>
                  <a:pt x="3301542" y="118135"/>
                </a:lnTo>
                <a:lnTo>
                  <a:pt x="3293846" y="105981"/>
                </a:lnTo>
                <a:lnTo>
                  <a:pt x="3283915" y="96951"/>
                </a:lnTo>
                <a:lnTo>
                  <a:pt x="3274161" y="91363"/>
                </a:lnTo>
                <a:lnTo>
                  <a:pt x="3274161" y="90614"/>
                </a:lnTo>
                <a:lnTo>
                  <a:pt x="3282988" y="84924"/>
                </a:lnTo>
                <a:lnTo>
                  <a:pt x="3291382" y="76136"/>
                </a:lnTo>
                <a:lnTo>
                  <a:pt x="3297644" y="64693"/>
                </a:lnTo>
                <a:lnTo>
                  <a:pt x="3300107" y="51104"/>
                </a:lnTo>
                <a:lnTo>
                  <a:pt x="3295980" y="32004"/>
                </a:lnTo>
                <a:lnTo>
                  <a:pt x="3292449" y="27457"/>
                </a:lnTo>
                <a:lnTo>
                  <a:pt x="3284753" y="17513"/>
                </a:lnTo>
                <a:lnTo>
                  <a:pt x="3268027" y="8280"/>
                </a:lnTo>
                <a:lnTo>
                  <a:pt x="3247491" y="5054"/>
                </a:lnTo>
                <a:lnTo>
                  <a:pt x="3228657" y="8509"/>
                </a:lnTo>
                <a:lnTo>
                  <a:pt x="3213938" y="16116"/>
                </a:lnTo>
                <a:lnTo>
                  <a:pt x="3204362" y="23723"/>
                </a:lnTo>
                <a:lnTo>
                  <a:pt x="3199193" y="28981"/>
                </a:lnTo>
                <a:lnTo>
                  <a:pt x="3198952" y="32004"/>
                </a:lnTo>
                <a:lnTo>
                  <a:pt x="3200946" y="33756"/>
                </a:lnTo>
                <a:lnTo>
                  <a:pt x="3210242" y="42049"/>
                </a:lnTo>
                <a:lnTo>
                  <a:pt x="3212528" y="44043"/>
                </a:lnTo>
                <a:lnTo>
                  <a:pt x="3215297" y="43561"/>
                </a:lnTo>
                <a:lnTo>
                  <a:pt x="3216795" y="41541"/>
                </a:lnTo>
                <a:lnTo>
                  <a:pt x="3221367" y="37007"/>
                </a:lnTo>
                <a:lnTo>
                  <a:pt x="3227616" y="32423"/>
                </a:lnTo>
                <a:lnTo>
                  <a:pt x="3235756" y="28879"/>
                </a:lnTo>
                <a:lnTo>
                  <a:pt x="3245980" y="27457"/>
                </a:lnTo>
                <a:lnTo>
                  <a:pt x="3256724" y="29362"/>
                </a:lnTo>
                <a:lnTo>
                  <a:pt x="3265894" y="34836"/>
                </a:lnTo>
                <a:lnTo>
                  <a:pt x="3272282" y="43472"/>
                </a:lnTo>
                <a:lnTo>
                  <a:pt x="3274669" y="54876"/>
                </a:lnTo>
                <a:lnTo>
                  <a:pt x="3272459" y="65328"/>
                </a:lnTo>
                <a:lnTo>
                  <a:pt x="3265817" y="73888"/>
                </a:lnTo>
                <a:lnTo>
                  <a:pt x="3254743" y="79667"/>
                </a:lnTo>
                <a:lnTo>
                  <a:pt x="3239224" y="81788"/>
                </a:lnTo>
                <a:lnTo>
                  <a:pt x="3221571" y="81788"/>
                </a:lnTo>
                <a:lnTo>
                  <a:pt x="3220085" y="83299"/>
                </a:lnTo>
                <a:lnTo>
                  <a:pt x="3220085" y="101384"/>
                </a:lnTo>
                <a:lnTo>
                  <a:pt x="3222091" y="103136"/>
                </a:lnTo>
                <a:lnTo>
                  <a:pt x="3238944" y="103136"/>
                </a:lnTo>
                <a:lnTo>
                  <a:pt x="3256521" y="105613"/>
                </a:lnTo>
                <a:lnTo>
                  <a:pt x="3268929" y="112204"/>
                </a:lnTo>
                <a:lnTo>
                  <a:pt x="3276295" y="121627"/>
                </a:lnTo>
                <a:lnTo>
                  <a:pt x="3278721" y="132588"/>
                </a:lnTo>
                <a:lnTo>
                  <a:pt x="3276104" y="143929"/>
                </a:lnTo>
                <a:lnTo>
                  <a:pt x="3269119" y="152476"/>
                </a:lnTo>
                <a:lnTo>
                  <a:pt x="3259074" y="157861"/>
                </a:lnTo>
                <a:lnTo>
                  <a:pt x="3247250" y="159740"/>
                </a:lnTo>
                <a:lnTo>
                  <a:pt x="3234258" y="157594"/>
                </a:lnTo>
                <a:lnTo>
                  <a:pt x="3223717" y="152717"/>
                </a:lnTo>
                <a:lnTo>
                  <a:pt x="3216389" y="147447"/>
                </a:lnTo>
                <a:lnTo>
                  <a:pt x="3213023" y="144145"/>
                </a:lnTo>
                <a:lnTo>
                  <a:pt x="3211004" y="141884"/>
                </a:lnTo>
                <a:lnTo>
                  <a:pt x="3208731" y="141693"/>
                </a:lnTo>
                <a:lnTo>
                  <a:pt x="3206229" y="143637"/>
                </a:lnTo>
                <a:lnTo>
                  <a:pt x="3196412" y="152742"/>
                </a:lnTo>
                <a:lnTo>
                  <a:pt x="3194672" y="154241"/>
                </a:lnTo>
                <a:lnTo>
                  <a:pt x="3194672" y="156997"/>
                </a:lnTo>
                <a:lnTo>
                  <a:pt x="3196183" y="158750"/>
                </a:lnTo>
                <a:lnTo>
                  <a:pt x="3202190" y="165023"/>
                </a:lnTo>
                <a:lnTo>
                  <a:pt x="3212338" y="172415"/>
                </a:lnTo>
                <a:lnTo>
                  <a:pt x="3227324" y="178574"/>
                </a:lnTo>
                <a:lnTo>
                  <a:pt x="3247771" y="181152"/>
                </a:lnTo>
                <a:lnTo>
                  <a:pt x="3271304" y="177495"/>
                </a:lnTo>
                <a:lnTo>
                  <a:pt x="3289223" y="167386"/>
                </a:lnTo>
                <a:lnTo>
                  <a:pt x="3294964" y="159740"/>
                </a:lnTo>
                <a:lnTo>
                  <a:pt x="3300641" y="152158"/>
                </a:lnTo>
                <a:lnTo>
                  <a:pt x="3304641" y="133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33236"/>
                </a:solidFill>
                <a:latin typeface="Brandon Grotesque Bold"/>
                <a:cs typeface="Brandon Grotesqu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1F929-458B-2643-DC72-9E19903143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it-IT" spc="-5" dirty="0"/>
              <a:t>Attilio Frangi</a:t>
            </a:r>
            <a:endParaRPr lang="it-IT" spc="-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1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67630"/>
            <a:ext cx="4320231" cy="52959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296545" cy="6286500"/>
          </a:xfrm>
          <a:custGeom>
            <a:avLst/>
            <a:gdLst/>
            <a:ahLst/>
            <a:cxnLst/>
            <a:rect l="l" t="t" r="r" b="b"/>
            <a:pathLst>
              <a:path w="296545" h="6286500">
                <a:moveTo>
                  <a:pt x="0" y="6286500"/>
                </a:moveTo>
                <a:lnTo>
                  <a:pt x="296443" y="6286500"/>
                </a:lnTo>
                <a:lnTo>
                  <a:pt x="296443" y="0"/>
                </a:lnTo>
                <a:lnTo>
                  <a:pt x="0" y="0"/>
                </a:lnTo>
                <a:lnTo>
                  <a:pt x="0" y="6286500"/>
                </a:lnTo>
                <a:close/>
              </a:path>
            </a:pathLst>
          </a:custGeom>
          <a:solidFill>
            <a:srgbClr val="000000">
              <a:alpha val="2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0" y="6286500"/>
            <a:ext cx="12189460" cy="571500"/>
          </a:xfrm>
          <a:custGeom>
            <a:avLst/>
            <a:gdLst/>
            <a:ahLst/>
            <a:cxnLst/>
            <a:rect l="l" t="t" r="r" b="b"/>
            <a:pathLst>
              <a:path w="12189460" h="571500">
                <a:moveTo>
                  <a:pt x="12188952" y="0"/>
                </a:moveTo>
                <a:lnTo>
                  <a:pt x="0" y="0"/>
                </a:lnTo>
                <a:lnTo>
                  <a:pt x="0" y="571500"/>
                </a:lnTo>
                <a:lnTo>
                  <a:pt x="12188952" y="5715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6F8EA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8357225" y="6499772"/>
            <a:ext cx="3305175" cy="181610"/>
          </a:xfrm>
          <a:custGeom>
            <a:avLst/>
            <a:gdLst/>
            <a:ahLst/>
            <a:cxnLst/>
            <a:rect l="l" t="t" r="r" b="b"/>
            <a:pathLst>
              <a:path w="3305175" h="181609">
                <a:moveTo>
                  <a:pt x="116840" y="60972"/>
                </a:moveTo>
                <a:lnTo>
                  <a:pt x="112509" y="40055"/>
                </a:lnTo>
                <a:lnTo>
                  <a:pt x="110439" y="37033"/>
                </a:lnTo>
                <a:lnTo>
                  <a:pt x="100736" y="22885"/>
                </a:lnTo>
                <a:lnTo>
                  <a:pt x="85331" y="12585"/>
                </a:lnTo>
                <a:lnTo>
                  <a:pt x="85331" y="60744"/>
                </a:lnTo>
                <a:lnTo>
                  <a:pt x="83324" y="70802"/>
                </a:lnTo>
                <a:lnTo>
                  <a:pt x="77863" y="78854"/>
                </a:lnTo>
                <a:lnTo>
                  <a:pt x="69850" y="84213"/>
                </a:lnTo>
                <a:lnTo>
                  <a:pt x="60134" y="86156"/>
                </a:lnTo>
                <a:lnTo>
                  <a:pt x="31788" y="86156"/>
                </a:lnTo>
                <a:lnTo>
                  <a:pt x="31788" y="37033"/>
                </a:lnTo>
                <a:lnTo>
                  <a:pt x="60134" y="37033"/>
                </a:lnTo>
                <a:lnTo>
                  <a:pt x="69850" y="38836"/>
                </a:lnTo>
                <a:lnTo>
                  <a:pt x="77863" y="43840"/>
                </a:lnTo>
                <a:lnTo>
                  <a:pt x="83324" y="51358"/>
                </a:lnTo>
                <a:lnTo>
                  <a:pt x="85331" y="60744"/>
                </a:lnTo>
                <a:lnTo>
                  <a:pt x="85331" y="12585"/>
                </a:lnTo>
                <a:lnTo>
                  <a:pt x="83337" y="11252"/>
                </a:lnTo>
                <a:lnTo>
                  <a:pt x="62103" y="6972"/>
                </a:lnTo>
                <a:lnTo>
                  <a:pt x="1968" y="6972"/>
                </a:lnTo>
                <a:lnTo>
                  <a:pt x="0" y="9169"/>
                </a:lnTo>
                <a:lnTo>
                  <a:pt x="0" y="175882"/>
                </a:lnTo>
                <a:lnTo>
                  <a:pt x="1968" y="178066"/>
                </a:lnTo>
                <a:lnTo>
                  <a:pt x="29578" y="178066"/>
                </a:lnTo>
                <a:lnTo>
                  <a:pt x="31788" y="175882"/>
                </a:lnTo>
                <a:lnTo>
                  <a:pt x="31788" y="115989"/>
                </a:lnTo>
                <a:lnTo>
                  <a:pt x="62331" y="115989"/>
                </a:lnTo>
                <a:lnTo>
                  <a:pt x="83426" y="111658"/>
                </a:lnTo>
                <a:lnTo>
                  <a:pt x="100774" y="99847"/>
                </a:lnTo>
                <a:lnTo>
                  <a:pt x="109969" y="86156"/>
                </a:lnTo>
                <a:lnTo>
                  <a:pt x="112522" y="82359"/>
                </a:lnTo>
                <a:lnTo>
                  <a:pt x="116840" y="60972"/>
                </a:lnTo>
                <a:close/>
              </a:path>
              <a:path w="3305175" h="181609">
                <a:moveTo>
                  <a:pt x="311175" y="92760"/>
                </a:moveTo>
                <a:lnTo>
                  <a:pt x="304304" y="58343"/>
                </a:lnTo>
                <a:lnTo>
                  <a:pt x="289534" y="36309"/>
                </a:lnTo>
                <a:lnTo>
                  <a:pt x="285508" y="30302"/>
                </a:lnTo>
                <a:lnTo>
                  <a:pt x="279387" y="26174"/>
                </a:lnTo>
                <a:lnTo>
                  <a:pt x="279387" y="92760"/>
                </a:lnTo>
                <a:lnTo>
                  <a:pt x="274942" y="114490"/>
                </a:lnTo>
                <a:lnTo>
                  <a:pt x="262839" y="132283"/>
                </a:lnTo>
                <a:lnTo>
                  <a:pt x="244957" y="144310"/>
                </a:lnTo>
                <a:lnTo>
                  <a:pt x="223177" y="148729"/>
                </a:lnTo>
                <a:lnTo>
                  <a:pt x="201434" y="144310"/>
                </a:lnTo>
                <a:lnTo>
                  <a:pt x="183642" y="132283"/>
                </a:lnTo>
                <a:lnTo>
                  <a:pt x="171615" y="114490"/>
                </a:lnTo>
                <a:lnTo>
                  <a:pt x="167195" y="92760"/>
                </a:lnTo>
                <a:lnTo>
                  <a:pt x="171615" y="70942"/>
                </a:lnTo>
                <a:lnTo>
                  <a:pt x="183642" y="52971"/>
                </a:lnTo>
                <a:lnTo>
                  <a:pt x="201434" y="40792"/>
                </a:lnTo>
                <a:lnTo>
                  <a:pt x="223177" y="36309"/>
                </a:lnTo>
                <a:lnTo>
                  <a:pt x="244957" y="40792"/>
                </a:lnTo>
                <a:lnTo>
                  <a:pt x="262839" y="52971"/>
                </a:lnTo>
                <a:lnTo>
                  <a:pt x="274942" y="70942"/>
                </a:lnTo>
                <a:lnTo>
                  <a:pt x="279387" y="92760"/>
                </a:lnTo>
                <a:lnTo>
                  <a:pt x="279387" y="26174"/>
                </a:lnTo>
                <a:lnTo>
                  <a:pt x="257556" y="11430"/>
                </a:lnTo>
                <a:lnTo>
                  <a:pt x="223177" y="4521"/>
                </a:lnTo>
                <a:lnTo>
                  <a:pt x="188836" y="11430"/>
                </a:lnTo>
                <a:lnTo>
                  <a:pt x="160959" y="30302"/>
                </a:lnTo>
                <a:lnTo>
                  <a:pt x="142252" y="58343"/>
                </a:lnTo>
                <a:lnTo>
                  <a:pt x="135420" y="92760"/>
                </a:lnTo>
                <a:lnTo>
                  <a:pt x="142252" y="127088"/>
                </a:lnTo>
                <a:lnTo>
                  <a:pt x="160959" y="154952"/>
                </a:lnTo>
                <a:lnTo>
                  <a:pt x="188836" y="173659"/>
                </a:lnTo>
                <a:lnTo>
                  <a:pt x="223177" y="180505"/>
                </a:lnTo>
                <a:lnTo>
                  <a:pt x="257556" y="173659"/>
                </a:lnTo>
                <a:lnTo>
                  <a:pt x="285508" y="154952"/>
                </a:lnTo>
                <a:lnTo>
                  <a:pt x="289712" y="148729"/>
                </a:lnTo>
                <a:lnTo>
                  <a:pt x="304304" y="127088"/>
                </a:lnTo>
                <a:lnTo>
                  <a:pt x="311175" y="92760"/>
                </a:lnTo>
                <a:close/>
              </a:path>
              <a:path w="3305175" h="181609">
                <a:moveTo>
                  <a:pt x="435584" y="150926"/>
                </a:moveTo>
                <a:lnTo>
                  <a:pt x="433628" y="148729"/>
                </a:lnTo>
                <a:lnTo>
                  <a:pt x="368617" y="148729"/>
                </a:lnTo>
                <a:lnTo>
                  <a:pt x="368617" y="9169"/>
                </a:lnTo>
                <a:lnTo>
                  <a:pt x="366407" y="6972"/>
                </a:lnTo>
                <a:lnTo>
                  <a:pt x="338797" y="6972"/>
                </a:lnTo>
                <a:lnTo>
                  <a:pt x="336829" y="9169"/>
                </a:lnTo>
                <a:lnTo>
                  <a:pt x="336829" y="175882"/>
                </a:lnTo>
                <a:lnTo>
                  <a:pt x="338797" y="178066"/>
                </a:lnTo>
                <a:lnTo>
                  <a:pt x="433628" y="178066"/>
                </a:lnTo>
                <a:lnTo>
                  <a:pt x="435584" y="175882"/>
                </a:lnTo>
                <a:lnTo>
                  <a:pt x="435584" y="150926"/>
                </a:lnTo>
                <a:close/>
              </a:path>
              <a:path w="3305175" h="181609">
                <a:moveTo>
                  <a:pt x="499630" y="9169"/>
                </a:moveTo>
                <a:lnTo>
                  <a:pt x="497420" y="6972"/>
                </a:lnTo>
                <a:lnTo>
                  <a:pt x="469811" y="6972"/>
                </a:lnTo>
                <a:lnTo>
                  <a:pt x="467601" y="9169"/>
                </a:lnTo>
                <a:lnTo>
                  <a:pt x="467601" y="175882"/>
                </a:lnTo>
                <a:lnTo>
                  <a:pt x="469811" y="178066"/>
                </a:lnTo>
                <a:lnTo>
                  <a:pt x="497420" y="178066"/>
                </a:lnTo>
                <a:lnTo>
                  <a:pt x="499630" y="175882"/>
                </a:lnTo>
                <a:lnTo>
                  <a:pt x="499630" y="9169"/>
                </a:lnTo>
                <a:close/>
              </a:path>
              <a:path w="3305175" h="181609">
                <a:moveTo>
                  <a:pt x="646518" y="9169"/>
                </a:moveTo>
                <a:lnTo>
                  <a:pt x="644575" y="6972"/>
                </a:lnTo>
                <a:lnTo>
                  <a:pt x="532371" y="6972"/>
                </a:lnTo>
                <a:lnTo>
                  <a:pt x="530402" y="9169"/>
                </a:lnTo>
                <a:lnTo>
                  <a:pt x="530402" y="34086"/>
                </a:lnTo>
                <a:lnTo>
                  <a:pt x="532371" y="36309"/>
                </a:lnTo>
                <a:lnTo>
                  <a:pt x="572452" y="36309"/>
                </a:lnTo>
                <a:lnTo>
                  <a:pt x="572452" y="175882"/>
                </a:lnTo>
                <a:lnTo>
                  <a:pt x="574662" y="178066"/>
                </a:lnTo>
                <a:lnTo>
                  <a:pt x="602284" y="178066"/>
                </a:lnTo>
                <a:lnTo>
                  <a:pt x="604481" y="175882"/>
                </a:lnTo>
                <a:lnTo>
                  <a:pt x="604481" y="36309"/>
                </a:lnTo>
                <a:lnTo>
                  <a:pt x="644575" y="36309"/>
                </a:lnTo>
                <a:lnTo>
                  <a:pt x="646518" y="34086"/>
                </a:lnTo>
                <a:lnTo>
                  <a:pt x="646518" y="9169"/>
                </a:lnTo>
                <a:close/>
              </a:path>
              <a:path w="3305175" h="181609">
                <a:moveTo>
                  <a:pt x="783145" y="9169"/>
                </a:moveTo>
                <a:lnTo>
                  <a:pt x="781215" y="6972"/>
                </a:lnTo>
                <a:lnTo>
                  <a:pt x="676351" y="6972"/>
                </a:lnTo>
                <a:lnTo>
                  <a:pt x="674395" y="9169"/>
                </a:lnTo>
                <a:lnTo>
                  <a:pt x="674395" y="175882"/>
                </a:lnTo>
                <a:lnTo>
                  <a:pt x="676351" y="178066"/>
                </a:lnTo>
                <a:lnTo>
                  <a:pt x="781215" y="178066"/>
                </a:lnTo>
                <a:lnTo>
                  <a:pt x="783145" y="175882"/>
                </a:lnTo>
                <a:lnTo>
                  <a:pt x="783145" y="150926"/>
                </a:lnTo>
                <a:lnTo>
                  <a:pt x="781215" y="148729"/>
                </a:lnTo>
                <a:lnTo>
                  <a:pt x="706158" y="148729"/>
                </a:lnTo>
                <a:lnTo>
                  <a:pt x="706158" y="105956"/>
                </a:lnTo>
                <a:lnTo>
                  <a:pt x="768985" y="105956"/>
                </a:lnTo>
                <a:lnTo>
                  <a:pt x="771182" y="104013"/>
                </a:lnTo>
                <a:lnTo>
                  <a:pt x="771182" y="78574"/>
                </a:lnTo>
                <a:lnTo>
                  <a:pt x="768985" y="76377"/>
                </a:lnTo>
                <a:lnTo>
                  <a:pt x="706158" y="76377"/>
                </a:lnTo>
                <a:lnTo>
                  <a:pt x="706158" y="36309"/>
                </a:lnTo>
                <a:lnTo>
                  <a:pt x="781215" y="36309"/>
                </a:lnTo>
                <a:lnTo>
                  <a:pt x="783145" y="34086"/>
                </a:lnTo>
                <a:lnTo>
                  <a:pt x="783145" y="9169"/>
                </a:lnTo>
                <a:close/>
              </a:path>
              <a:path w="3305175" h="181609">
                <a:moveTo>
                  <a:pt x="957910" y="151904"/>
                </a:moveTo>
                <a:lnTo>
                  <a:pt x="955967" y="150202"/>
                </a:lnTo>
                <a:lnTo>
                  <a:pt x="954316" y="148501"/>
                </a:lnTo>
                <a:lnTo>
                  <a:pt x="940828" y="134569"/>
                </a:lnTo>
                <a:lnTo>
                  <a:pt x="939368" y="133096"/>
                </a:lnTo>
                <a:lnTo>
                  <a:pt x="936650" y="132829"/>
                </a:lnTo>
                <a:lnTo>
                  <a:pt x="934694" y="134569"/>
                </a:lnTo>
                <a:lnTo>
                  <a:pt x="926592" y="140246"/>
                </a:lnTo>
                <a:lnTo>
                  <a:pt x="917663" y="144640"/>
                </a:lnTo>
                <a:lnTo>
                  <a:pt x="907897" y="147485"/>
                </a:lnTo>
                <a:lnTo>
                  <a:pt x="897305" y="148501"/>
                </a:lnTo>
                <a:lnTo>
                  <a:pt x="875550" y="143967"/>
                </a:lnTo>
                <a:lnTo>
                  <a:pt x="858189" y="131711"/>
                </a:lnTo>
                <a:lnTo>
                  <a:pt x="846696" y="113728"/>
                </a:lnTo>
                <a:lnTo>
                  <a:pt x="842543" y="92011"/>
                </a:lnTo>
                <a:lnTo>
                  <a:pt x="846658" y="70116"/>
                </a:lnTo>
                <a:lnTo>
                  <a:pt x="858075" y="51993"/>
                </a:lnTo>
                <a:lnTo>
                  <a:pt x="875347" y="39624"/>
                </a:lnTo>
                <a:lnTo>
                  <a:pt x="897064" y="35064"/>
                </a:lnTo>
                <a:lnTo>
                  <a:pt x="907275" y="36042"/>
                </a:lnTo>
                <a:lnTo>
                  <a:pt x="917168" y="38887"/>
                </a:lnTo>
                <a:lnTo>
                  <a:pt x="926414" y="43421"/>
                </a:lnTo>
                <a:lnTo>
                  <a:pt x="934694" y="49491"/>
                </a:lnTo>
                <a:lnTo>
                  <a:pt x="936650" y="51460"/>
                </a:lnTo>
                <a:lnTo>
                  <a:pt x="939101" y="51460"/>
                </a:lnTo>
                <a:lnTo>
                  <a:pt x="940828" y="49491"/>
                </a:lnTo>
                <a:lnTo>
                  <a:pt x="954786" y="35064"/>
                </a:lnTo>
                <a:lnTo>
                  <a:pt x="955725" y="34086"/>
                </a:lnTo>
                <a:lnTo>
                  <a:pt x="957694" y="32131"/>
                </a:lnTo>
                <a:lnTo>
                  <a:pt x="957694" y="29210"/>
                </a:lnTo>
                <a:lnTo>
                  <a:pt x="913650" y="5969"/>
                </a:lnTo>
                <a:lnTo>
                  <a:pt x="896327" y="4521"/>
                </a:lnTo>
                <a:lnTo>
                  <a:pt x="861923" y="11430"/>
                </a:lnTo>
                <a:lnTo>
                  <a:pt x="833882" y="30302"/>
                </a:lnTo>
                <a:lnTo>
                  <a:pt x="815009" y="58343"/>
                </a:lnTo>
                <a:lnTo>
                  <a:pt x="808101" y="92760"/>
                </a:lnTo>
                <a:lnTo>
                  <a:pt x="815009" y="127088"/>
                </a:lnTo>
                <a:lnTo>
                  <a:pt x="833882" y="154952"/>
                </a:lnTo>
                <a:lnTo>
                  <a:pt x="861923" y="173659"/>
                </a:lnTo>
                <a:lnTo>
                  <a:pt x="896327" y="180505"/>
                </a:lnTo>
                <a:lnTo>
                  <a:pt x="912456" y="179070"/>
                </a:lnTo>
                <a:lnTo>
                  <a:pt x="955725" y="156806"/>
                </a:lnTo>
                <a:lnTo>
                  <a:pt x="957910" y="151904"/>
                </a:lnTo>
                <a:close/>
              </a:path>
              <a:path w="3305175" h="181609">
                <a:moveTo>
                  <a:pt x="1132674" y="9169"/>
                </a:moveTo>
                <a:lnTo>
                  <a:pt x="1130490" y="6972"/>
                </a:lnTo>
                <a:lnTo>
                  <a:pt x="1102880" y="6972"/>
                </a:lnTo>
                <a:lnTo>
                  <a:pt x="1100912" y="9169"/>
                </a:lnTo>
                <a:lnTo>
                  <a:pt x="1100912" y="112560"/>
                </a:lnTo>
                <a:lnTo>
                  <a:pt x="1100683" y="112560"/>
                </a:lnTo>
                <a:lnTo>
                  <a:pt x="1059027" y="68300"/>
                </a:lnTo>
                <a:lnTo>
                  <a:pt x="998994" y="4521"/>
                </a:lnTo>
                <a:lnTo>
                  <a:pt x="990434" y="4521"/>
                </a:lnTo>
                <a:lnTo>
                  <a:pt x="988225" y="6489"/>
                </a:lnTo>
                <a:lnTo>
                  <a:pt x="988225" y="175882"/>
                </a:lnTo>
                <a:lnTo>
                  <a:pt x="990434" y="178066"/>
                </a:lnTo>
                <a:lnTo>
                  <a:pt x="1017816" y="178066"/>
                </a:lnTo>
                <a:lnTo>
                  <a:pt x="1019759" y="175882"/>
                </a:lnTo>
                <a:lnTo>
                  <a:pt x="1019759" y="68300"/>
                </a:lnTo>
                <a:lnTo>
                  <a:pt x="1020025" y="68300"/>
                </a:lnTo>
                <a:lnTo>
                  <a:pt x="1122184" y="180505"/>
                </a:lnTo>
                <a:lnTo>
                  <a:pt x="1130490" y="180505"/>
                </a:lnTo>
                <a:lnTo>
                  <a:pt x="1132674" y="178562"/>
                </a:lnTo>
                <a:lnTo>
                  <a:pt x="1132674" y="112560"/>
                </a:lnTo>
                <a:lnTo>
                  <a:pt x="1132674" y="9169"/>
                </a:lnTo>
                <a:close/>
              </a:path>
              <a:path w="3305175" h="181609">
                <a:moveTo>
                  <a:pt x="1206754" y="9169"/>
                </a:moveTo>
                <a:lnTo>
                  <a:pt x="1204556" y="6972"/>
                </a:lnTo>
                <a:lnTo>
                  <a:pt x="1176934" y="6972"/>
                </a:lnTo>
                <a:lnTo>
                  <a:pt x="1174737" y="9169"/>
                </a:lnTo>
                <a:lnTo>
                  <a:pt x="1174737" y="175882"/>
                </a:lnTo>
                <a:lnTo>
                  <a:pt x="1176934" y="178066"/>
                </a:lnTo>
                <a:lnTo>
                  <a:pt x="1204556" y="178066"/>
                </a:lnTo>
                <a:lnTo>
                  <a:pt x="1206754" y="175882"/>
                </a:lnTo>
                <a:lnTo>
                  <a:pt x="1206754" y="9169"/>
                </a:lnTo>
                <a:close/>
              </a:path>
              <a:path w="3305175" h="181609">
                <a:moveTo>
                  <a:pt x="1388605" y="151904"/>
                </a:moveTo>
                <a:lnTo>
                  <a:pt x="1386662" y="150202"/>
                </a:lnTo>
                <a:lnTo>
                  <a:pt x="1385011" y="148501"/>
                </a:lnTo>
                <a:lnTo>
                  <a:pt x="1371523" y="134569"/>
                </a:lnTo>
                <a:lnTo>
                  <a:pt x="1370037" y="133096"/>
                </a:lnTo>
                <a:lnTo>
                  <a:pt x="1367345" y="132829"/>
                </a:lnTo>
                <a:lnTo>
                  <a:pt x="1365377" y="134569"/>
                </a:lnTo>
                <a:lnTo>
                  <a:pt x="1357274" y="140246"/>
                </a:lnTo>
                <a:lnTo>
                  <a:pt x="1348346" y="144640"/>
                </a:lnTo>
                <a:lnTo>
                  <a:pt x="1338580" y="147485"/>
                </a:lnTo>
                <a:lnTo>
                  <a:pt x="1327988" y="148501"/>
                </a:lnTo>
                <a:lnTo>
                  <a:pt x="1306233" y="143967"/>
                </a:lnTo>
                <a:lnTo>
                  <a:pt x="1288872" y="131711"/>
                </a:lnTo>
                <a:lnTo>
                  <a:pt x="1277378" y="113728"/>
                </a:lnTo>
                <a:lnTo>
                  <a:pt x="1273225" y="92011"/>
                </a:lnTo>
                <a:lnTo>
                  <a:pt x="1277340" y="70116"/>
                </a:lnTo>
                <a:lnTo>
                  <a:pt x="1288757" y="51993"/>
                </a:lnTo>
                <a:lnTo>
                  <a:pt x="1306029" y="39624"/>
                </a:lnTo>
                <a:lnTo>
                  <a:pt x="1327746" y="35064"/>
                </a:lnTo>
                <a:lnTo>
                  <a:pt x="1337957" y="36042"/>
                </a:lnTo>
                <a:lnTo>
                  <a:pt x="1347851" y="38887"/>
                </a:lnTo>
                <a:lnTo>
                  <a:pt x="1357096" y="43421"/>
                </a:lnTo>
                <a:lnTo>
                  <a:pt x="1365377" y="49491"/>
                </a:lnTo>
                <a:lnTo>
                  <a:pt x="1367345" y="51460"/>
                </a:lnTo>
                <a:lnTo>
                  <a:pt x="1369783" y="51460"/>
                </a:lnTo>
                <a:lnTo>
                  <a:pt x="1371523" y="49491"/>
                </a:lnTo>
                <a:lnTo>
                  <a:pt x="1385468" y="35064"/>
                </a:lnTo>
                <a:lnTo>
                  <a:pt x="1386408" y="34086"/>
                </a:lnTo>
                <a:lnTo>
                  <a:pt x="1388364" y="32131"/>
                </a:lnTo>
                <a:lnTo>
                  <a:pt x="1388364" y="29210"/>
                </a:lnTo>
                <a:lnTo>
                  <a:pt x="1344333" y="5969"/>
                </a:lnTo>
                <a:lnTo>
                  <a:pt x="1327010" y="4521"/>
                </a:lnTo>
                <a:lnTo>
                  <a:pt x="1292606" y="11430"/>
                </a:lnTo>
                <a:lnTo>
                  <a:pt x="1264577" y="30302"/>
                </a:lnTo>
                <a:lnTo>
                  <a:pt x="1245704" y="58343"/>
                </a:lnTo>
                <a:lnTo>
                  <a:pt x="1238783" y="92760"/>
                </a:lnTo>
                <a:lnTo>
                  <a:pt x="1245704" y="127088"/>
                </a:lnTo>
                <a:lnTo>
                  <a:pt x="1264577" y="154952"/>
                </a:lnTo>
                <a:lnTo>
                  <a:pt x="1292606" y="173659"/>
                </a:lnTo>
                <a:lnTo>
                  <a:pt x="1327010" y="180505"/>
                </a:lnTo>
                <a:lnTo>
                  <a:pt x="1343139" y="179070"/>
                </a:lnTo>
                <a:lnTo>
                  <a:pt x="1386408" y="156806"/>
                </a:lnTo>
                <a:lnTo>
                  <a:pt x="1388605" y="151904"/>
                </a:lnTo>
                <a:close/>
              </a:path>
              <a:path w="3305175" h="181609">
                <a:moveTo>
                  <a:pt x="1584883" y="92760"/>
                </a:moveTo>
                <a:lnTo>
                  <a:pt x="1578013" y="58343"/>
                </a:lnTo>
                <a:lnTo>
                  <a:pt x="1563255" y="36309"/>
                </a:lnTo>
                <a:lnTo>
                  <a:pt x="1559229" y="30302"/>
                </a:lnTo>
                <a:lnTo>
                  <a:pt x="1553095" y="26162"/>
                </a:lnTo>
                <a:lnTo>
                  <a:pt x="1553095" y="92760"/>
                </a:lnTo>
                <a:lnTo>
                  <a:pt x="1548650" y="114490"/>
                </a:lnTo>
                <a:lnTo>
                  <a:pt x="1536547" y="132283"/>
                </a:lnTo>
                <a:lnTo>
                  <a:pt x="1518666" y="144310"/>
                </a:lnTo>
                <a:lnTo>
                  <a:pt x="1496898" y="148729"/>
                </a:lnTo>
                <a:lnTo>
                  <a:pt x="1475155" y="144310"/>
                </a:lnTo>
                <a:lnTo>
                  <a:pt x="1457350" y="132283"/>
                </a:lnTo>
                <a:lnTo>
                  <a:pt x="1445323" y="114490"/>
                </a:lnTo>
                <a:lnTo>
                  <a:pt x="1440903" y="92760"/>
                </a:lnTo>
                <a:lnTo>
                  <a:pt x="1445323" y="70942"/>
                </a:lnTo>
                <a:lnTo>
                  <a:pt x="1457350" y="52971"/>
                </a:lnTo>
                <a:lnTo>
                  <a:pt x="1475155" y="40792"/>
                </a:lnTo>
                <a:lnTo>
                  <a:pt x="1496898" y="36309"/>
                </a:lnTo>
                <a:lnTo>
                  <a:pt x="1518666" y="40792"/>
                </a:lnTo>
                <a:lnTo>
                  <a:pt x="1536547" y="52971"/>
                </a:lnTo>
                <a:lnTo>
                  <a:pt x="1548650" y="70942"/>
                </a:lnTo>
                <a:lnTo>
                  <a:pt x="1553095" y="92760"/>
                </a:lnTo>
                <a:lnTo>
                  <a:pt x="1553095" y="26162"/>
                </a:lnTo>
                <a:lnTo>
                  <a:pt x="1531277" y="11430"/>
                </a:lnTo>
                <a:lnTo>
                  <a:pt x="1496898" y="4521"/>
                </a:lnTo>
                <a:lnTo>
                  <a:pt x="1462557" y="11430"/>
                </a:lnTo>
                <a:lnTo>
                  <a:pt x="1434680" y="30302"/>
                </a:lnTo>
                <a:lnTo>
                  <a:pt x="1415973" y="58343"/>
                </a:lnTo>
                <a:lnTo>
                  <a:pt x="1409141" y="92760"/>
                </a:lnTo>
                <a:lnTo>
                  <a:pt x="1415973" y="127088"/>
                </a:lnTo>
                <a:lnTo>
                  <a:pt x="1434680" y="154952"/>
                </a:lnTo>
                <a:lnTo>
                  <a:pt x="1462557" y="173659"/>
                </a:lnTo>
                <a:lnTo>
                  <a:pt x="1496898" y="180505"/>
                </a:lnTo>
                <a:lnTo>
                  <a:pt x="1531277" y="173659"/>
                </a:lnTo>
                <a:lnTo>
                  <a:pt x="1559229" y="154952"/>
                </a:lnTo>
                <a:lnTo>
                  <a:pt x="1563433" y="148729"/>
                </a:lnTo>
                <a:lnTo>
                  <a:pt x="1578013" y="127088"/>
                </a:lnTo>
                <a:lnTo>
                  <a:pt x="1584883" y="92760"/>
                </a:lnTo>
                <a:close/>
              </a:path>
              <a:path w="3305175" h="181609">
                <a:moveTo>
                  <a:pt x="1946148" y="176390"/>
                </a:moveTo>
                <a:lnTo>
                  <a:pt x="1945398" y="172847"/>
                </a:lnTo>
                <a:lnTo>
                  <a:pt x="1925218" y="62674"/>
                </a:lnTo>
                <a:lnTo>
                  <a:pt x="1914436" y="3784"/>
                </a:lnTo>
                <a:lnTo>
                  <a:pt x="1913915" y="1803"/>
                </a:lnTo>
                <a:lnTo>
                  <a:pt x="1911934" y="0"/>
                </a:lnTo>
                <a:lnTo>
                  <a:pt x="1904149" y="0"/>
                </a:lnTo>
                <a:lnTo>
                  <a:pt x="1902117" y="1282"/>
                </a:lnTo>
                <a:lnTo>
                  <a:pt x="1901609" y="2794"/>
                </a:lnTo>
                <a:lnTo>
                  <a:pt x="1849297" y="131343"/>
                </a:lnTo>
                <a:lnTo>
                  <a:pt x="1848256" y="131343"/>
                </a:lnTo>
                <a:lnTo>
                  <a:pt x="1820176" y="62674"/>
                </a:lnTo>
                <a:lnTo>
                  <a:pt x="1795691" y="2794"/>
                </a:lnTo>
                <a:lnTo>
                  <a:pt x="1795183" y="1282"/>
                </a:lnTo>
                <a:lnTo>
                  <a:pt x="1792909" y="0"/>
                </a:lnTo>
                <a:lnTo>
                  <a:pt x="1785378" y="0"/>
                </a:lnTo>
                <a:lnTo>
                  <a:pt x="1783359" y="1803"/>
                </a:lnTo>
                <a:lnTo>
                  <a:pt x="1782838" y="3784"/>
                </a:lnTo>
                <a:lnTo>
                  <a:pt x="1751647" y="172847"/>
                </a:lnTo>
                <a:lnTo>
                  <a:pt x="1751139" y="176390"/>
                </a:lnTo>
                <a:lnTo>
                  <a:pt x="1752917" y="178638"/>
                </a:lnTo>
                <a:lnTo>
                  <a:pt x="1774786" y="178638"/>
                </a:lnTo>
                <a:lnTo>
                  <a:pt x="1777060" y="176898"/>
                </a:lnTo>
                <a:lnTo>
                  <a:pt x="1777301" y="175107"/>
                </a:lnTo>
                <a:lnTo>
                  <a:pt x="1795424" y="62674"/>
                </a:lnTo>
                <a:lnTo>
                  <a:pt x="1796453" y="62674"/>
                </a:lnTo>
                <a:lnTo>
                  <a:pt x="1841995" y="178396"/>
                </a:lnTo>
                <a:lnTo>
                  <a:pt x="1842477" y="179882"/>
                </a:lnTo>
                <a:lnTo>
                  <a:pt x="1844243" y="181152"/>
                </a:lnTo>
                <a:lnTo>
                  <a:pt x="1853044" y="181152"/>
                </a:lnTo>
                <a:lnTo>
                  <a:pt x="1854530" y="179882"/>
                </a:lnTo>
                <a:lnTo>
                  <a:pt x="1855050" y="178396"/>
                </a:lnTo>
                <a:lnTo>
                  <a:pt x="1873465" y="131343"/>
                </a:lnTo>
                <a:lnTo>
                  <a:pt x="1900351" y="62674"/>
                </a:lnTo>
                <a:lnTo>
                  <a:pt x="1901088" y="62674"/>
                </a:lnTo>
                <a:lnTo>
                  <a:pt x="1919719" y="175107"/>
                </a:lnTo>
                <a:lnTo>
                  <a:pt x="1920227" y="176898"/>
                </a:lnTo>
                <a:lnTo>
                  <a:pt x="1922233" y="178638"/>
                </a:lnTo>
                <a:lnTo>
                  <a:pt x="1944408" y="178638"/>
                </a:lnTo>
                <a:lnTo>
                  <a:pt x="1946148" y="176390"/>
                </a:lnTo>
                <a:close/>
              </a:path>
              <a:path w="3305175" h="181609">
                <a:moveTo>
                  <a:pt x="2008543" y="4813"/>
                </a:moveTo>
                <a:lnTo>
                  <a:pt x="2006295" y="2552"/>
                </a:lnTo>
                <a:lnTo>
                  <a:pt x="1984667" y="2552"/>
                </a:lnTo>
                <a:lnTo>
                  <a:pt x="1982368" y="4813"/>
                </a:lnTo>
                <a:lnTo>
                  <a:pt x="1982368" y="176390"/>
                </a:lnTo>
                <a:lnTo>
                  <a:pt x="1984667" y="178638"/>
                </a:lnTo>
                <a:lnTo>
                  <a:pt x="2006295" y="178638"/>
                </a:lnTo>
                <a:lnTo>
                  <a:pt x="2008543" y="176390"/>
                </a:lnTo>
                <a:lnTo>
                  <a:pt x="2008543" y="4813"/>
                </a:lnTo>
                <a:close/>
              </a:path>
              <a:path w="3305175" h="181609">
                <a:moveTo>
                  <a:pt x="2156498" y="157543"/>
                </a:moveTo>
                <a:lnTo>
                  <a:pt x="2154466" y="155270"/>
                </a:lnTo>
                <a:lnTo>
                  <a:pt x="2083562" y="155270"/>
                </a:lnTo>
                <a:lnTo>
                  <a:pt x="2083562" y="4813"/>
                </a:lnTo>
                <a:lnTo>
                  <a:pt x="2081263" y="2552"/>
                </a:lnTo>
                <a:lnTo>
                  <a:pt x="2059381" y="2552"/>
                </a:lnTo>
                <a:lnTo>
                  <a:pt x="2057349" y="4813"/>
                </a:lnTo>
                <a:lnTo>
                  <a:pt x="2057349" y="176390"/>
                </a:lnTo>
                <a:lnTo>
                  <a:pt x="2059381" y="178638"/>
                </a:lnTo>
                <a:lnTo>
                  <a:pt x="2154466" y="178638"/>
                </a:lnTo>
                <a:lnTo>
                  <a:pt x="2156498" y="176390"/>
                </a:lnTo>
                <a:lnTo>
                  <a:pt x="2156498" y="157543"/>
                </a:lnTo>
                <a:close/>
              </a:path>
              <a:path w="3305175" h="181609">
                <a:moveTo>
                  <a:pt x="2338425" y="175348"/>
                </a:moveTo>
                <a:lnTo>
                  <a:pt x="2336901" y="172123"/>
                </a:lnTo>
                <a:lnTo>
                  <a:pt x="2322525" y="140411"/>
                </a:lnTo>
                <a:lnTo>
                  <a:pt x="2312708" y="118757"/>
                </a:lnTo>
                <a:lnTo>
                  <a:pt x="2285796" y="59397"/>
                </a:lnTo>
                <a:lnTo>
                  <a:pt x="2285796" y="118757"/>
                </a:lnTo>
                <a:lnTo>
                  <a:pt x="2222931" y="118757"/>
                </a:lnTo>
                <a:lnTo>
                  <a:pt x="2253602" y="49834"/>
                </a:lnTo>
                <a:lnTo>
                  <a:pt x="2254885" y="49834"/>
                </a:lnTo>
                <a:lnTo>
                  <a:pt x="2285796" y="118757"/>
                </a:lnTo>
                <a:lnTo>
                  <a:pt x="2285796" y="59397"/>
                </a:lnTo>
                <a:lnTo>
                  <a:pt x="2281466" y="49834"/>
                </a:lnTo>
                <a:lnTo>
                  <a:pt x="2260155" y="2794"/>
                </a:lnTo>
                <a:lnTo>
                  <a:pt x="2259419" y="1282"/>
                </a:lnTo>
                <a:lnTo>
                  <a:pt x="2257145" y="0"/>
                </a:lnTo>
                <a:lnTo>
                  <a:pt x="2252116" y="0"/>
                </a:lnTo>
                <a:lnTo>
                  <a:pt x="2249830" y="1282"/>
                </a:lnTo>
                <a:lnTo>
                  <a:pt x="2249093" y="2794"/>
                </a:lnTo>
                <a:lnTo>
                  <a:pt x="2170341" y="175348"/>
                </a:lnTo>
                <a:lnTo>
                  <a:pt x="2172347" y="178638"/>
                </a:lnTo>
                <a:lnTo>
                  <a:pt x="2194991" y="178638"/>
                </a:lnTo>
                <a:lnTo>
                  <a:pt x="2197011" y="176657"/>
                </a:lnTo>
                <a:lnTo>
                  <a:pt x="2197760" y="174904"/>
                </a:lnTo>
                <a:lnTo>
                  <a:pt x="2201557" y="166230"/>
                </a:lnTo>
                <a:lnTo>
                  <a:pt x="2209279" y="149034"/>
                </a:lnTo>
                <a:lnTo>
                  <a:pt x="2213102" y="140411"/>
                </a:lnTo>
                <a:lnTo>
                  <a:pt x="2295372" y="140411"/>
                </a:lnTo>
                <a:lnTo>
                  <a:pt x="2310981" y="174904"/>
                </a:lnTo>
                <a:lnTo>
                  <a:pt x="2311997" y="177114"/>
                </a:lnTo>
                <a:lnTo>
                  <a:pt x="2313775" y="178638"/>
                </a:lnTo>
                <a:lnTo>
                  <a:pt x="2336406" y="178638"/>
                </a:lnTo>
                <a:lnTo>
                  <a:pt x="2338425" y="175348"/>
                </a:lnTo>
                <a:close/>
              </a:path>
              <a:path w="3305175" h="181609">
                <a:moveTo>
                  <a:pt x="2508250" y="4813"/>
                </a:moveTo>
                <a:lnTo>
                  <a:pt x="2505976" y="2552"/>
                </a:lnTo>
                <a:lnTo>
                  <a:pt x="2484602" y="2552"/>
                </a:lnTo>
                <a:lnTo>
                  <a:pt x="2482570" y="4813"/>
                </a:lnTo>
                <a:lnTo>
                  <a:pt x="2482570" y="126301"/>
                </a:lnTo>
                <a:lnTo>
                  <a:pt x="2482329" y="126301"/>
                </a:lnTo>
                <a:lnTo>
                  <a:pt x="2417508" y="51346"/>
                </a:lnTo>
                <a:lnTo>
                  <a:pt x="2373122" y="0"/>
                </a:lnTo>
                <a:lnTo>
                  <a:pt x="2364321" y="0"/>
                </a:lnTo>
                <a:lnTo>
                  <a:pt x="2362060" y="2032"/>
                </a:lnTo>
                <a:lnTo>
                  <a:pt x="2362060" y="176390"/>
                </a:lnTo>
                <a:lnTo>
                  <a:pt x="2364321" y="178638"/>
                </a:lnTo>
                <a:lnTo>
                  <a:pt x="2385428" y="178638"/>
                </a:lnTo>
                <a:lnTo>
                  <a:pt x="2387460" y="176390"/>
                </a:lnTo>
                <a:lnTo>
                  <a:pt x="2387460" y="51346"/>
                </a:lnTo>
                <a:lnTo>
                  <a:pt x="2387727" y="51346"/>
                </a:lnTo>
                <a:lnTo>
                  <a:pt x="2496921" y="181152"/>
                </a:lnTo>
                <a:lnTo>
                  <a:pt x="2505976" y="181152"/>
                </a:lnTo>
                <a:lnTo>
                  <a:pt x="2508250" y="179158"/>
                </a:lnTo>
                <a:lnTo>
                  <a:pt x="2508250" y="126301"/>
                </a:lnTo>
                <a:lnTo>
                  <a:pt x="2508250" y="4813"/>
                </a:lnTo>
                <a:close/>
              </a:path>
              <a:path w="3305175" h="181609">
                <a:moveTo>
                  <a:pt x="2725140" y="90855"/>
                </a:moveTo>
                <a:lnTo>
                  <a:pt x="2718054" y="55435"/>
                </a:lnTo>
                <a:lnTo>
                  <a:pt x="2699969" y="28435"/>
                </a:lnTo>
                <a:lnTo>
                  <a:pt x="2699969" y="90855"/>
                </a:lnTo>
                <a:lnTo>
                  <a:pt x="2694800" y="116192"/>
                </a:lnTo>
                <a:lnTo>
                  <a:pt x="2680741" y="136906"/>
                </a:lnTo>
                <a:lnTo>
                  <a:pt x="2659938" y="150901"/>
                </a:lnTo>
                <a:lnTo>
                  <a:pt x="2634538" y="156032"/>
                </a:lnTo>
                <a:lnTo>
                  <a:pt x="2609278" y="150901"/>
                </a:lnTo>
                <a:lnTo>
                  <a:pt x="2588564" y="136906"/>
                </a:lnTo>
                <a:lnTo>
                  <a:pt x="2574544" y="116192"/>
                </a:lnTo>
                <a:lnTo>
                  <a:pt x="2569387" y="90855"/>
                </a:lnTo>
                <a:lnTo>
                  <a:pt x="2574544" y="65519"/>
                </a:lnTo>
                <a:lnTo>
                  <a:pt x="2588564" y="44627"/>
                </a:lnTo>
                <a:lnTo>
                  <a:pt x="2609278" y="30441"/>
                </a:lnTo>
                <a:lnTo>
                  <a:pt x="2634538" y="25209"/>
                </a:lnTo>
                <a:lnTo>
                  <a:pt x="2659938" y="30441"/>
                </a:lnTo>
                <a:lnTo>
                  <a:pt x="2680741" y="44627"/>
                </a:lnTo>
                <a:lnTo>
                  <a:pt x="2694800" y="65519"/>
                </a:lnTo>
                <a:lnTo>
                  <a:pt x="2699969" y="90855"/>
                </a:lnTo>
                <a:lnTo>
                  <a:pt x="2699969" y="28435"/>
                </a:lnTo>
                <a:lnTo>
                  <a:pt x="2698712" y="26555"/>
                </a:lnTo>
                <a:lnTo>
                  <a:pt x="2696705" y="25209"/>
                </a:lnTo>
                <a:lnTo>
                  <a:pt x="2669933" y="7112"/>
                </a:lnTo>
                <a:lnTo>
                  <a:pt x="2634538" y="0"/>
                </a:lnTo>
                <a:lnTo>
                  <a:pt x="2599194" y="7112"/>
                </a:lnTo>
                <a:lnTo>
                  <a:pt x="2570518" y="26555"/>
                </a:lnTo>
                <a:lnTo>
                  <a:pt x="2551265" y="55435"/>
                </a:lnTo>
                <a:lnTo>
                  <a:pt x="2544229" y="90855"/>
                </a:lnTo>
                <a:lnTo>
                  <a:pt x="2551265" y="126187"/>
                </a:lnTo>
                <a:lnTo>
                  <a:pt x="2570518" y="154863"/>
                </a:lnTo>
                <a:lnTo>
                  <a:pt x="2599194" y="174117"/>
                </a:lnTo>
                <a:lnTo>
                  <a:pt x="2634538" y="181152"/>
                </a:lnTo>
                <a:lnTo>
                  <a:pt x="2669933" y="174117"/>
                </a:lnTo>
                <a:lnTo>
                  <a:pt x="2696984" y="156032"/>
                </a:lnTo>
                <a:lnTo>
                  <a:pt x="2698712" y="154863"/>
                </a:lnTo>
                <a:lnTo>
                  <a:pt x="2718054" y="126187"/>
                </a:lnTo>
                <a:lnTo>
                  <a:pt x="2725140" y="90855"/>
                </a:lnTo>
                <a:close/>
              </a:path>
              <a:path w="3305175" h="181609">
                <a:moveTo>
                  <a:pt x="2891002" y="160489"/>
                </a:moveTo>
                <a:lnTo>
                  <a:pt x="2888970" y="158508"/>
                </a:lnTo>
                <a:lnTo>
                  <a:pt x="2858528" y="158508"/>
                </a:lnTo>
                <a:lnTo>
                  <a:pt x="2858528" y="46062"/>
                </a:lnTo>
                <a:lnTo>
                  <a:pt x="2858528" y="9855"/>
                </a:lnTo>
                <a:lnTo>
                  <a:pt x="2856509" y="7594"/>
                </a:lnTo>
                <a:lnTo>
                  <a:pt x="2841663" y="7594"/>
                </a:lnTo>
                <a:lnTo>
                  <a:pt x="2804198" y="41541"/>
                </a:lnTo>
                <a:lnTo>
                  <a:pt x="2803169" y="42532"/>
                </a:lnTo>
                <a:lnTo>
                  <a:pt x="2802674" y="44564"/>
                </a:lnTo>
                <a:lnTo>
                  <a:pt x="2803423" y="46570"/>
                </a:lnTo>
                <a:lnTo>
                  <a:pt x="2806458" y="55359"/>
                </a:lnTo>
                <a:lnTo>
                  <a:pt x="2807220" y="57619"/>
                </a:lnTo>
                <a:lnTo>
                  <a:pt x="2809710" y="58140"/>
                </a:lnTo>
                <a:lnTo>
                  <a:pt x="2811983" y="57150"/>
                </a:lnTo>
                <a:lnTo>
                  <a:pt x="2833865" y="46062"/>
                </a:lnTo>
                <a:lnTo>
                  <a:pt x="2833865" y="158508"/>
                </a:lnTo>
                <a:lnTo>
                  <a:pt x="2795867" y="158508"/>
                </a:lnTo>
                <a:lnTo>
                  <a:pt x="2793873" y="160489"/>
                </a:lnTo>
                <a:lnTo>
                  <a:pt x="2793873" y="176657"/>
                </a:lnTo>
                <a:lnTo>
                  <a:pt x="2795867" y="178638"/>
                </a:lnTo>
                <a:lnTo>
                  <a:pt x="2888970" y="178638"/>
                </a:lnTo>
                <a:lnTo>
                  <a:pt x="2891002" y="176657"/>
                </a:lnTo>
                <a:lnTo>
                  <a:pt x="2891002" y="160489"/>
                </a:lnTo>
                <a:close/>
              </a:path>
              <a:path w="3305175" h="181609">
                <a:moveTo>
                  <a:pt x="3035655" y="132829"/>
                </a:moveTo>
                <a:lnTo>
                  <a:pt x="3032518" y="117894"/>
                </a:lnTo>
                <a:lnTo>
                  <a:pt x="3024771" y="105714"/>
                </a:lnTo>
                <a:lnTo>
                  <a:pt x="3021965" y="103136"/>
                </a:lnTo>
                <a:lnTo>
                  <a:pt x="3014853" y="96596"/>
                </a:lnTo>
                <a:lnTo>
                  <a:pt x="3009481" y="93395"/>
                </a:lnTo>
                <a:lnTo>
                  <a:pt x="3009481" y="133375"/>
                </a:lnTo>
                <a:lnTo>
                  <a:pt x="3006953" y="144754"/>
                </a:lnTo>
                <a:lnTo>
                  <a:pt x="3000070" y="153390"/>
                </a:lnTo>
                <a:lnTo>
                  <a:pt x="2989846" y="158851"/>
                </a:lnTo>
                <a:lnTo>
                  <a:pt x="2977286" y="160769"/>
                </a:lnTo>
                <a:lnTo>
                  <a:pt x="2965323" y="158813"/>
                </a:lnTo>
                <a:lnTo>
                  <a:pt x="2955213" y="153289"/>
                </a:lnTo>
                <a:lnTo>
                  <a:pt x="2948216" y="144653"/>
                </a:lnTo>
                <a:lnTo>
                  <a:pt x="2945612" y="133375"/>
                </a:lnTo>
                <a:lnTo>
                  <a:pt x="2947720" y="123431"/>
                </a:lnTo>
                <a:lnTo>
                  <a:pt x="2953918" y="114363"/>
                </a:lnTo>
                <a:lnTo>
                  <a:pt x="2963926" y="107251"/>
                </a:lnTo>
                <a:lnTo>
                  <a:pt x="2977527" y="103136"/>
                </a:lnTo>
                <a:lnTo>
                  <a:pt x="2991116" y="107251"/>
                </a:lnTo>
                <a:lnTo>
                  <a:pt x="3001137" y="114363"/>
                </a:lnTo>
                <a:lnTo>
                  <a:pt x="3007347" y="123431"/>
                </a:lnTo>
                <a:lnTo>
                  <a:pt x="3009481" y="133375"/>
                </a:lnTo>
                <a:lnTo>
                  <a:pt x="3009481" y="93395"/>
                </a:lnTo>
                <a:lnTo>
                  <a:pt x="3005226" y="90855"/>
                </a:lnTo>
                <a:lnTo>
                  <a:pt x="3005226" y="89852"/>
                </a:lnTo>
                <a:lnTo>
                  <a:pt x="3013824" y="84175"/>
                </a:lnTo>
                <a:lnTo>
                  <a:pt x="3018917" y="79019"/>
                </a:lnTo>
                <a:lnTo>
                  <a:pt x="3022231" y="75653"/>
                </a:lnTo>
                <a:lnTo>
                  <a:pt x="3028607" y="64541"/>
                </a:lnTo>
                <a:lnTo>
                  <a:pt x="3031147" y="51104"/>
                </a:lnTo>
                <a:lnTo>
                  <a:pt x="3027083" y="32219"/>
                </a:lnTo>
                <a:lnTo>
                  <a:pt x="3022003" y="25679"/>
                </a:lnTo>
                <a:lnTo>
                  <a:pt x="3015818" y="17691"/>
                </a:lnTo>
                <a:lnTo>
                  <a:pt x="3005734" y="12179"/>
                </a:lnTo>
                <a:lnTo>
                  <a:pt x="3005734" y="52095"/>
                </a:lnTo>
                <a:lnTo>
                  <a:pt x="3004045" y="61544"/>
                </a:lnTo>
                <a:lnTo>
                  <a:pt x="2998901" y="69519"/>
                </a:lnTo>
                <a:lnTo>
                  <a:pt x="2990113" y="75526"/>
                </a:lnTo>
                <a:lnTo>
                  <a:pt x="2977527" y="79019"/>
                </a:lnTo>
                <a:lnTo>
                  <a:pt x="2964853" y="75438"/>
                </a:lnTo>
                <a:lnTo>
                  <a:pt x="2956077" y="69507"/>
                </a:lnTo>
                <a:lnTo>
                  <a:pt x="2950984" y="61607"/>
                </a:lnTo>
                <a:lnTo>
                  <a:pt x="2949346" y="52095"/>
                </a:lnTo>
                <a:lnTo>
                  <a:pt x="2951505" y="41490"/>
                </a:lnTo>
                <a:lnTo>
                  <a:pt x="2957398" y="33134"/>
                </a:lnTo>
                <a:lnTo>
                  <a:pt x="2966123" y="27647"/>
                </a:lnTo>
                <a:lnTo>
                  <a:pt x="2976765" y="25679"/>
                </a:lnTo>
                <a:lnTo>
                  <a:pt x="2988297" y="27647"/>
                </a:lnTo>
                <a:lnTo>
                  <a:pt x="2997479" y="33134"/>
                </a:lnTo>
                <a:lnTo>
                  <a:pt x="3003537" y="41490"/>
                </a:lnTo>
                <a:lnTo>
                  <a:pt x="3005734" y="52095"/>
                </a:lnTo>
                <a:lnTo>
                  <a:pt x="3005734" y="12179"/>
                </a:lnTo>
                <a:lnTo>
                  <a:pt x="2998749" y="8356"/>
                </a:lnTo>
                <a:lnTo>
                  <a:pt x="2977286" y="5054"/>
                </a:lnTo>
                <a:lnTo>
                  <a:pt x="2956204" y="8356"/>
                </a:lnTo>
                <a:lnTo>
                  <a:pt x="2939275" y="17691"/>
                </a:lnTo>
                <a:lnTo>
                  <a:pt x="2928023" y="32219"/>
                </a:lnTo>
                <a:lnTo>
                  <a:pt x="2923946" y="51104"/>
                </a:lnTo>
                <a:lnTo>
                  <a:pt x="2926473" y="64693"/>
                </a:lnTo>
                <a:lnTo>
                  <a:pt x="2932849" y="75882"/>
                </a:lnTo>
                <a:lnTo>
                  <a:pt x="2941243" y="84429"/>
                </a:lnTo>
                <a:lnTo>
                  <a:pt x="2949867" y="90093"/>
                </a:lnTo>
                <a:lnTo>
                  <a:pt x="2949867" y="90855"/>
                </a:lnTo>
                <a:lnTo>
                  <a:pt x="2941180" y="96139"/>
                </a:lnTo>
                <a:lnTo>
                  <a:pt x="2931147" y="105257"/>
                </a:lnTo>
                <a:lnTo>
                  <a:pt x="2922854" y="117652"/>
                </a:lnTo>
                <a:lnTo>
                  <a:pt x="2919412" y="132829"/>
                </a:lnTo>
                <a:lnTo>
                  <a:pt x="2923463" y="151942"/>
                </a:lnTo>
                <a:lnTo>
                  <a:pt x="2935020" y="167271"/>
                </a:lnTo>
                <a:lnTo>
                  <a:pt x="2953181" y="177457"/>
                </a:lnTo>
                <a:lnTo>
                  <a:pt x="2977045" y="181152"/>
                </a:lnTo>
                <a:lnTo>
                  <a:pt x="3001568" y="177457"/>
                </a:lnTo>
                <a:lnTo>
                  <a:pt x="3020009" y="167271"/>
                </a:lnTo>
                <a:lnTo>
                  <a:pt x="3024936" y="160769"/>
                </a:lnTo>
                <a:lnTo>
                  <a:pt x="3031617" y="151942"/>
                </a:lnTo>
                <a:lnTo>
                  <a:pt x="3035655" y="132829"/>
                </a:lnTo>
                <a:close/>
              </a:path>
              <a:path w="3305175" h="181609">
                <a:moveTo>
                  <a:pt x="3177070" y="123532"/>
                </a:moveTo>
                <a:lnTo>
                  <a:pt x="3172599" y="100368"/>
                </a:lnTo>
                <a:lnTo>
                  <a:pt x="3165170" y="89611"/>
                </a:lnTo>
                <a:lnTo>
                  <a:pt x="3160776" y="83235"/>
                </a:lnTo>
                <a:lnTo>
                  <a:pt x="3153905" y="78905"/>
                </a:lnTo>
                <a:lnTo>
                  <a:pt x="3153905" y="123799"/>
                </a:lnTo>
                <a:lnTo>
                  <a:pt x="3151327" y="137185"/>
                </a:lnTo>
                <a:lnTo>
                  <a:pt x="3144278" y="148221"/>
                </a:lnTo>
                <a:lnTo>
                  <a:pt x="3133750" y="155740"/>
                </a:lnTo>
                <a:lnTo>
                  <a:pt x="3120720" y="158508"/>
                </a:lnTo>
                <a:lnTo>
                  <a:pt x="3103422" y="153695"/>
                </a:lnTo>
                <a:lnTo>
                  <a:pt x="3092297" y="141541"/>
                </a:lnTo>
                <a:lnTo>
                  <a:pt x="3086709" y="125425"/>
                </a:lnTo>
                <a:lnTo>
                  <a:pt x="3085985" y="108737"/>
                </a:lnTo>
                <a:lnTo>
                  <a:pt x="3089211" y="103809"/>
                </a:lnTo>
                <a:lnTo>
                  <a:pt x="3096323" y="97459"/>
                </a:lnTo>
                <a:lnTo>
                  <a:pt x="3106890" y="91948"/>
                </a:lnTo>
                <a:lnTo>
                  <a:pt x="3120479" y="89611"/>
                </a:lnTo>
                <a:lnTo>
                  <a:pt x="3133547" y="92290"/>
                </a:lnTo>
                <a:lnTo>
                  <a:pt x="3144164" y="99618"/>
                </a:lnTo>
                <a:lnTo>
                  <a:pt x="3151289" y="110490"/>
                </a:lnTo>
                <a:lnTo>
                  <a:pt x="3153905" y="123799"/>
                </a:lnTo>
                <a:lnTo>
                  <a:pt x="3153905" y="78905"/>
                </a:lnTo>
                <a:lnTo>
                  <a:pt x="3152889" y="78257"/>
                </a:lnTo>
                <a:lnTo>
                  <a:pt x="3143948" y="72605"/>
                </a:lnTo>
                <a:lnTo>
                  <a:pt x="3124492" y="68961"/>
                </a:lnTo>
                <a:lnTo>
                  <a:pt x="3112414" y="70231"/>
                </a:lnTo>
                <a:lnTo>
                  <a:pt x="3102165" y="73139"/>
                </a:lnTo>
                <a:lnTo>
                  <a:pt x="3094698" y="76276"/>
                </a:lnTo>
                <a:lnTo>
                  <a:pt x="3090989" y="78257"/>
                </a:lnTo>
                <a:lnTo>
                  <a:pt x="3102241" y="57048"/>
                </a:lnTo>
                <a:lnTo>
                  <a:pt x="3119729" y="40271"/>
                </a:lnTo>
                <a:lnTo>
                  <a:pt x="3137814" y="28587"/>
                </a:lnTo>
                <a:lnTo>
                  <a:pt x="3150882" y="22656"/>
                </a:lnTo>
                <a:lnTo>
                  <a:pt x="3155708" y="21145"/>
                </a:lnTo>
                <a:lnTo>
                  <a:pt x="3156686" y="18364"/>
                </a:lnTo>
                <a:lnTo>
                  <a:pt x="3155416" y="15379"/>
                </a:lnTo>
                <a:lnTo>
                  <a:pt x="3151162" y="5054"/>
                </a:lnTo>
                <a:lnTo>
                  <a:pt x="3150133" y="2273"/>
                </a:lnTo>
                <a:lnTo>
                  <a:pt x="3147872" y="1041"/>
                </a:lnTo>
                <a:lnTo>
                  <a:pt x="3094532" y="33362"/>
                </a:lnTo>
                <a:lnTo>
                  <a:pt x="3071330" y="65354"/>
                </a:lnTo>
                <a:lnTo>
                  <a:pt x="3061576" y="110680"/>
                </a:lnTo>
                <a:lnTo>
                  <a:pt x="3065183" y="138036"/>
                </a:lnTo>
                <a:lnTo>
                  <a:pt x="3076156" y="160451"/>
                </a:lnTo>
                <a:lnTo>
                  <a:pt x="3094685" y="175590"/>
                </a:lnTo>
                <a:lnTo>
                  <a:pt x="3120961" y="181152"/>
                </a:lnTo>
                <a:lnTo>
                  <a:pt x="3142564" y="176606"/>
                </a:lnTo>
                <a:lnTo>
                  <a:pt x="3160420" y="164236"/>
                </a:lnTo>
                <a:lnTo>
                  <a:pt x="3164230" y="158508"/>
                </a:lnTo>
                <a:lnTo>
                  <a:pt x="3172574" y="145923"/>
                </a:lnTo>
                <a:lnTo>
                  <a:pt x="3177070" y="123532"/>
                </a:lnTo>
                <a:close/>
              </a:path>
              <a:path w="3305175" h="181609">
                <a:moveTo>
                  <a:pt x="3304654" y="133096"/>
                </a:moveTo>
                <a:lnTo>
                  <a:pt x="3301555" y="118135"/>
                </a:lnTo>
                <a:lnTo>
                  <a:pt x="3293846" y="105981"/>
                </a:lnTo>
                <a:lnTo>
                  <a:pt x="3283928" y="96951"/>
                </a:lnTo>
                <a:lnTo>
                  <a:pt x="3274174" y="91363"/>
                </a:lnTo>
                <a:lnTo>
                  <a:pt x="3274174" y="90614"/>
                </a:lnTo>
                <a:lnTo>
                  <a:pt x="3283000" y="84924"/>
                </a:lnTo>
                <a:lnTo>
                  <a:pt x="3291382" y="76136"/>
                </a:lnTo>
                <a:lnTo>
                  <a:pt x="3297656" y="64693"/>
                </a:lnTo>
                <a:lnTo>
                  <a:pt x="3300120" y="51104"/>
                </a:lnTo>
                <a:lnTo>
                  <a:pt x="3295980" y="32004"/>
                </a:lnTo>
                <a:lnTo>
                  <a:pt x="3292462" y="27457"/>
                </a:lnTo>
                <a:lnTo>
                  <a:pt x="3284753" y="17513"/>
                </a:lnTo>
                <a:lnTo>
                  <a:pt x="3268040" y="8280"/>
                </a:lnTo>
                <a:lnTo>
                  <a:pt x="3247504" y="5054"/>
                </a:lnTo>
                <a:lnTo>
                  <a:pt x="3228670" y="8509"/>
                </a:lnTo>
                <a:lnTo>
                  <a:pt x="3213951" y="16116"/>
                </a:lnTo>
                <a:lnTo>
                  <a:pt x="3204375" y="23723"/>
                </a:lnTo>
                <a:lnTo>
                  <a:pt x="3199206" y="28981"/>
                </a:lnTo>
                <a:lnTo>
                  <a:pt x="3198965" y="32004"/>
                </a:lnTo>
                <a:lnTo>
                  <a:pt x="3200958" y="33756"/>
                </a:lnTo>
                <a:lnTo>
                  <a:pt x="3210255" y="42049"/>
                </a:lnTo>
                <a:lnTo>
                  <a:pt x="3212541" y="44043"/>
                </a:lnTo>
                <a:lnTo>
                  <a:pt x="3215309" y="43561"/>
                </a:lnTo>
                <a:lnTo>
                  <a:pt x="3216808" y="41541"/>
                </a:lnTo>
                <a:lnTo>
                  <a:pt x="3221367" y="37007"/>
                </a:lnTo>
                <a:lnTo>
                  <a:pt x="3227628" y="32423"/>
                </a:lnTo>
                <a:lnTo>
                  <a:pt x="3235756" y="28879"/>
                </a:lnTo>
                <a:lnTo>
                  <a:pt x="3245993" y="27457"/>
                </a:lnTo>
                <a:lnTo>
                  <a:pt x="3256737" y="29362"/>
                </a:lnTo>
                <a:lnTo>
                  <a:pt x="3265894" y="34836"/>
                </a:lnTo>
                <a:lnTo>
                  <a:pt x="3272282" y="43472"/>
                </a:lnTo>
                <a:lnTo>
                  <a:pt x="3274682" y="54876"/>
                </a:lnTo>
                <a:lnTo>
                  <a:pt x="3272459" y="65328"/>
                </a:lnTo>
                <a:lnTo>
                  <a:pt x="3265817" y="73888"/>
                </a:lnTo>
                <a:lnTo>
                  <a:pt x="3254743" y="79667"/>
                </a:lnTo>
                <a:lnTo>
                  <a:pt x="3239236" y="81788"/>
                </a:lnTo>
                <a:lnTo>
                  <a:pt x="3221583" y="81788"/>
                </a:lnTo>
                <a:lnTo>
                  <a:pt x="3220097" y="83299"/>
                </a:lnTo>
                <a:lnTo>
                  <a:pt x="3220097" y="101384"/>
                </a:lnTo>
                <a:lnTo>
                  <a:pt x="3222104" y="103136"/>
                </a:lnTo>
                <a:lnTo>
                  <a:pt x="3238957" y="103136"/>
                </a:lnTo>
                <a:lnTo>
                  <a:pt x="3256534" y="105613"/>
                </a:lnTo>
                <a:lnTo>
                  <a:pt x="3268942" y="112204"/>
                </a:lnTo>
                <a:lnTo>
                  <a:pt x="3276295" y="121627"/>
                </a:lnTo>
                <a:lnTo>
                  <a:pt x="3278733" y="132588"/>
                </a:lnTo>
                <a:lnTo>
                  <a:pt x="3276117" y="143929"/>
                </a:lnTo>
                <a:lnTo>
                  <a:pt x="3269132" y="152476"/>
                </a:lnTo>
                <a:lnTo>
                  <a:pt x="3259086" y="157861"/>
                </a:lnTo>
                <a:lnTo>
                  <a:pt x="3247263" y="159740"/>
                </a:lnTo>
                <a:lnTo>
                  <a:pt x="3234258" y="157594"/>
                </a:lnTo>
                <a:lnTo>
                  <a:pt x="3223730" y="152717"/>
                </a:lnTo>
                <a:lnTo>
                  <a:pt x="3216402" y="147447"/>
                </a:lnTo>
                <a:lnTo>
                  <a:pt x="3213036" y="144145"/>
                </a:lnTo>
                <a:lnTo>
                  <a:pt x="3211017" y="141884"/>
                </a:lnTo>
                <a:lnTo>
                  <a:pt x="3208744" y="141693"/>
                </a:lnTo>
                <a:lnTo>
                  <a:pt x="3206242" y="143637"/>
                </a:lnTo>
                <a:lnTo>
                  <a:pt x="3196425" y="152742"/>
                </a:lnTo>
                <a:lnTo>
                  <a:pt x="3194685" y="154241"/>
                </a:lnTo>
                <a:lnTo>
                  <a:pt x="3194685" y="156997"/>
                </a:lnTo>
                <a:lnTo>
                  <a:pt x="3196196" y="158750"/>
                </a:lnTo>
                <a:lnTo>
                  <a:pt x="3202190" y="165023"/>
                </a:lnTo>
                <a:lnTo>
                  <a:pt x="3212350" y="172415"/>
                </a:lnTo>
                <a:lnTo>
                  <a:pt x="3227324" y="178574"/>
                </a:lnTo>
                <a:lnTo>
                  <a:pt x="3247783" y="181152"/>
                </a:lnTo>
                <a:lnTo>
                  <a:pt x="3271316" y="177495"/>
                </a:lnTo>
                <a:lnTo>
                  <a:pt x="3289236" y="167386"/>
                </a:lnTo>
                <a:lnTo>
                  <a:pt x="3294964" y="159740"/>
                </a:lnTo>
                <a:lnTo>
                  <a:pt x="3300641" y="152158"/>
                </a:lnTo>
                <a:lnTo>
                  <a:pt x="3304654" y="133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g object 21"/>
          <p:cNvSpPr/>
          <p:nvPr/>
        </p:nvSpPr>
        <p:spPr>
          <a:xfrm>
            <a:off x="4661611" y="1071664"/>
            <a:ext cx="7388859" cy="5134610"/>
          </a:xfrm>
          <a:custGeom>
            <a:avLst/>
            <a:gdLst/>
            <a:ahLst/>
            <a:cxnLst/>
            <a:rect l="l" t="t" r="r" b="b"/>
            <a:pathLst>
              <a:path w="7388859" h="5134610">
                <a:moveTo>
                  <a:pt x="7388352" y="0"/>
                </a:moveTo>
                <a:lnTo>
                  <a:pt x="0" y="0"/>
                </a:lnTo>
                <a:lnTo>
                  <a:pt x="0" y="5134356"/>
                </a:lnTo>
                <a:lnTo>
                  <a:pt x="7388352" y="5134356"/>
                </a:lnTo>
                <a:lnTo>
                  <a:pt x="7388352" y="0"/>
                </a:lnTo>
                <a:close/>
              </a:path>
            </a:pathLst>
          </a:custGeom>
          <a:solidFill>
            <a:srgbClr val="000000">
              <a:alpha val="2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4889941" y="1302015"/>
            <a:ext cx="6851015" cy="4595495"/>
          </a:xfrm>
          <a:custGeom>
            <a:avLst/>
            <a:gdLst/>
            <a:ahLst/>
            <a:cxnLst/>
            <a:rect l="l" t="t" r="r" b="b"/>
            <a:pathLst>
              <a:path w="6851015" h="4595495">
                <a:moveTo>
                  <a:pt x="6456019" y="0"/>
                </a:moveTo>
                <a:lnTo>
                  <a:pt x="394855" y="0"/>
                </a:lnTo>
                <a:lnTo>
                  <a:pt x="348807" y="2902"/>
                </a:lnTo>
                <a:lnTo>
                  <a:pt x="304319" y="11394"/>
                </a:lnTo>
                <a:lnTo>
                  <a:pt x="261687" y="25152"/>
                </a:lnTo>
                <a:lnTo>
                  <a:pt x="221208" y="43852"/>
                </a:lnTo>
                <a:lnTo>
                  <a:pt x="183178" y="67171"/>
                </a:lnTo>
                <a:lnTo>
                  <a:pt x="147894" y="94784"/>
                </a:lnTo>
                <a:lnTo>
                  <a:pt x="115650" y="126368"/>
                </a:lnTo>
                <a:lnTo>
                  <a:pt x="86745" y="161599"/>
                </a:lnTo>
                <a:lnTo>
                  <a:pt x="61474" y="200153"/>
                </a:lnTo>
                <a:lnTo>
                  <a:pt x="40133" y="241707"/>
                </a:lnTo>
                <a:lnTo>
                  <a:pt x="23019" y="285937"/>
                </a:lnTo>
                <a:lnTo>
                  <a:pt x="10428" y="332519"/>
                </a:lnTo>
                <a:lnTo>
                  <a:pt x="2656" y="381129"/>
                </a:lnTo>
                <a:lnTo>
                  <a:pt x="0" y="431444"/>
                </a:lnTo>
                <a:lnTo>
                  <a:pt x="0" y="4163428"/>
                </a:lnTo>
                <a:lnTo>
                  <a:pt x="2656" y="4213743"/>
                </a:lnTo>
                <a:lnTo>
                  <a:pt x="10428" y="4262353"/>
                </a:lnTo>
                <a:lnTo>
                  <a:pt x="23019" y="4308935"/>
                </a:lnTo>
                <a:lnTo>
                  <a:pt x="40133" y="4353165"/>
                </a:lnTo>
                <a:lnTo>
                  <a:pt x="61474" y="4394719"/>
                </a:lnTo>
                <a:lnTo>
                  <a:pt x="86745" y="4433273"/>
                </a:lnTo>
                <a:lnTo>
                  <a:pt x="115650" y="4468504"/>
                </a:lnTo>
                <a:lnTo>
                  <a:pt x="147894" y="4500088"/>
                </a:lnTo>
                <a:lnTo>
                  <a:pt x="183178" y="4527701"/>
                </a:lnTo>
                <a:lnTo>
                  <a:pt x="221208" y="4551019"/>
                </a:lnTo>
                <a:lnTo>
                  <a:pt x="261687" y="4569719"/>
                </a:lnTo>
                <a:lnTo>
                  <a:pt x="304319" y="4583477"/>
                </a:lnTo>
                <a:lnTo>
                  <a:pt x="348807" y="4591970"/>
                </a:lnTo>
                <a:lnTo>
                  <a:pt x="394855" y="4594872"/>
                </a:lnTo>
                <a:lnTo>
                  <a:pt x="6456019" y="4594872"/>
                </a:lnTo>
                <a:lnTo>
                  <a:pt x="6502068" y="4591970"/>
                </a:lnTo>
                <a:lnTo>
                  <a:pt x="6546556" y="4583477"/>
                </a:lnTo>
                <a:lnTo>
                  <a:pt x="6589189" y="4569719"/>
                </a:lnTo>
                <a:lnTo>
                  <a:pt x="6629669" y="4551019"/>
                </a:lnTo>
                <a:lnTo>
                  <a:pt x="6667700" y="4527701"/>
                </a:lnTo>
                <a:lnTo>
                  <a:pt x="6702986" y="4500088"/>
                </a:lnTo>
                <a:lnTo>
                  <a:pt x="6735230" y="4468504"/>
                </a:lnTo>
                <a:lnTo>
                  <a:pt x="6764137" y="4433273"/>
                </a:lnTo>
                <a:lnTo>
                  <a:pt x="6789409" y="4394719"/>
                </a:lnTo>
                <a:lnTo>
                  <a:pt x="6810751" y="4353165"/>
                </a:lnTo>
                <a:lnTo>
                  <a:pt x="6827866" y="4308935"/>
                </a:lnTo>
                <a:lnTo>
                  <a:pt x="6840458" y="4262353"/>
                </a:lnTo>
                <a:lnTo>
                  <a:pt x="6848231" y="4213743"/>
                </a:lnTo>
                <a:lnTo>
                  <a:pt x="6850888" y="4163428"/>
                </a:lnTo>
                <a:lnTo>
                  <a:pt x="6850888" y="431444"/>
                </a:lnTo>
                <a:lnTo>
                  <a:pt x="6848231" y="381129"/>
                </a:lnTo>
                <a:lnTo>
                  <a:pt x="6840458" y="332519"/>
                </a:lnTo>
                <a:lnTo>
                  <a:pt x="6827866" y="285937"/>
                </a:lnTo>
                <a:lnTo>
                  <a:pt x="6810751" y="241707"/>
                </a:lnTo>
                <a:lnTo>
                  <a:pt x="6789409" y="200153"/>
                </a:lnTo>
                <a:lnTo>
                  <a:pt x="6764137" y="161599"/>
                </a:lnTo>
                <a:lnTo>
                  <a:pt x="6735230" y="126368"/>
                </a:lnTo>
                <a:lnTo>
                  <a:pt x="6702986" y="94784"/>
                </a:lnTo>
                <a:lnTo>
                  <a:pt x="6667700" y="67171"/>
                </a:lnTo>
                <a:lnTo>
                  <a:pt x="6629669" y="43852"/>
                </a:lnTo>
                <a:lnTo>
                  <a:pt x="6589189" y="25152"/>
                </a:lnTo>
                <a:lnTo>
                  <a:pt x="6546556" y="11394"/>
                </a:lnTo>
                <a:lnTo>
                  <a:pt x="6502068" y="2902"/>
                </a:lnTo>
                <a:lnTo>
                  <a:pt x="64560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4889941" y="1302015"/>
            <a:ext cx="6851015" cy="4595495"/>
          </a:xfrm>
          <a:custGeom>
            <a:avLst/>
            <a:gdLst/>
            <a:ahLst/>
            <a:cxnLst/>
            <a:rect l="l" t="t" r="r" b="b"/>
            <a:pathLst>
              <a:path w="6851015" h="4595495">
                <a:moveTo>
                  <a:pt x="6456019" y="4594872"/>
                </a:moveTo>
                <a:lnTo>
                  <a:pt x="394855" y="4594872"/>
                </a:lnTo>
                <a:lnTo>
                  <a:pt x="348807" y="4591970"/>
                </a:lnTo>
                <a:lnTo>
                  <a:pt x="304319" y="4583477"/>
                </a:lnTo>
                <a:lnTo>
                  <a:pt x="261687" y="4569719"/>
                </a:lnTo>
                <a:lnTo>
                  <a:pt x="221208" y="4551019"/>
                </a:lnTo>
                <a:lnTo>
                  <a:pt x="183178" y="4527701"/>
                </a:lnTo>
                <a:lnTo>
                  <a:pt x="147894" y="4500088"/>
                </a:lnTo>
                <a:lnTo>
                  <a:pt x="115650" y="4468504"/>
                </a:lnTo>
                <a:lnTo>
                  <a:pt x="86745" y="4433273"/>
                </a:lnTo>
                <a:lnTo>
                  <a:pt x="61474" y="4394719"/>
                </a:lnTo>
                <a:lnTo>
                  <a:pt x="40133" y="4353165"/>
                </a:lnTo>
                <a:lnTo>
                  <a:pt x="23019" y="4308935"/>
                </a:lnTo>
                <a:lnTo>
                  <a:pt x="10428" y="4262353"/>
                </a:lnTo>
                <a:lnTo>
                  <a:pt x="2656" y="4213743"/>
                </a:lnTo>
                <a:lnTo>
                  <a:pt x="0" y="4163428"/>
                </a:lnTo>
                <a:lnTo>
                  <a:pt x="0" y="431444"/>
                </a:lnTo>
                <a:lnTo>
                  <a:pt x="2656" y="381129"/>
                </a:lnTo>
                <a:lnTo>
                  <a:pt x="10428" y="332519"/>
                </a:lnTo>
                <a:lnTo>
                  <a:pt x="23019" y="285937"/>
                </a:lnTo>
                <a:lnTo>
                  <a:pt x="40133" y="241707"/>
                </a:lnTo>
                <a:lnTo>
                  <a:pt x="61474" y="200153"/>
                </a:lnTo>
                <a:lnTo>
                  <a:pt x="86745" y="161599"/>
                </a:lnTo>
                <a:lnTo>
                  <a:pt x="115650" y="126368"/>
                </a:lnTo>
                <a:lnTo>
                  <a:pt x="147894" y="94784"/>
                </a:lnTo>
                <a:lnTo>
                  <a:pt x="183178" y="67171"/>
                </a:lnTo>
                <a:lnTo>
                  <a:pt x="221208" y="43852"/>
                </a:lnTo>
                <a:lnTo>
                  <a:pt x="261687" y="25152"/>
                </a:lnTo>
                <a:lnTo>
                  <a:pt x="304319" y="11394"/>
                </a:lnTo>
                <a:lnTo>
                  <a:pt x="348807" y="2902"/>
                </a:lnTo>
                <a:lnTo>
                  <a:pt x="394855" y="0"/>
                </a:lnTo>
                <a:lnTo>
                  <a:pt x="6456019" y="0"/>
                </a:lnTo>
                <a:lnTo>
                  <a:pt x="6502068" y="2902"/>
                </a:lnTo>
                <a:lnTo>
                  <a:pt x="6546556" y="11394"/>
                </a:lnTo>
                <a:lnTo>
                  <a:pt x="6589189" y="25152"/>
                </a:lnTo>
                <a:lnTo>
                  <a:pt x="6629669" y="43852"/>
                </a:lnTo>
                <a:lnTo>
                  <a:pt x="6667700" y="67171"/>
                </a:lnTo>
                <a:lnTo>
                  <a:pt x="6702986" y="94784"/>
                </a:lnTo>
                <a:lnTo>
                  <a:pt x="6735230" y="126368"/>
                </a:lnTo>
                <a:lnTo>
                  <a:pt x="6764137" y="161599"/>
                </a:lnTo>
                <a:lnTo>
                  <a:pt x="6789409" y="200153"/>
                </a:lnTo>
                <a:lnTo>
                  <a:pt x="6810751" y="241707"/>
                </a:lnTo>
                <a:lnTo>
                  <a:pt x="6827866" y="285937"/>
                </a:lnTo>
                <a:lnTo>
                  <a:pt x="6840458" y="332519"/>
                </a:lnTo>
                <a:lnTo>
                  <a:pt x="6848231" y="381129"/>
                </a:lnTo>
                <a:lnTo>
                  <a:pt x="6850888" y="431444"/>
                </a:lnTo>
                <a:lnTo>
                  <a:pt x="6850888" y="4163428"/>
                </a:lnTo>
                <a:lnTo>
                  <a:pt x="6848231" y="4213743"/>
                </a:lnTo>
                <a:lnTo>
                  <a:pt x="6840458" y="4262353"/>
                </a:lnTo>
                <a:lnTo>
                  <a:pt x="6827866" y="4308935"/>
                </a:lnTo>
                <a:lnTo>
                  <a:pt x="6810751" y="4353165"/>
                </a:lnTo>
                <a:lnTo>
                  <a:pt x="6789409" y="4394719"/>
                </a:lnTo>
                <a:lnTo>
                  <a:pt x="6764137" y="4433273"/>
                </a:lnTo>
                <a:lnTo>
                  <a:pt x="6735230" y="4468504"/>
                </a:lnTo>
                <a:lnTo>
                  <a:pt x="6702986" y="4500088"/>
                </a:lnTo>
                <a:lnTo>
                  <a:pt x="6667700" y="4527701"/>
                </a:lnTo>
                <a:lnTo>
                  <a:pt x="6629669" y="4551019"/>
                </a:lnTo>
                <a:lnTo>
                  <a:pt x="6589189" y="4569719"/>
                </a:lnTo>
                <a:lnTo>
                  <a:pt x="6546556" y="4583477"/>
                </a:lnTo>
                <a:lnTo>
                  <a:pt x="6502068" y="4591970"/>
                </a:lnTo>
                <a:lnTo>
                  <a:pt x="6456019" y="4594872"/>
                </a:lnTo>
                <a:close/>
              </a:path>
            </a:pathLst>
          </a:custGeom>
          <a:ln w="25400">
            <a:solidFill>
              <a:srgbClr val="6F8EA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76018" y="1501040"/>
            <a:ext cx="496423" cy="28711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46368" y="1501051"/>
            <a:ext cx="715073" cy="2038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37705" y="1501043"/>
            <a:ext cx="652043" cy="26221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3241" y="1501040"/>
            <a:ext cx="486308" cy="306563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90044" y="1501051"/>
            <a:ext cx="335352" cy="31123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94662" y="1501040"/>
            <a:ext cx="389048" cy="21864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49070" y="1501051"/>
            <a:ext cx="553996" cy="209296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03460" y="1501043"/>
            <a:ext cx="637260" cy="170391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16199" y="1501043"/>
            <a:ext cx="1167155" cy="233431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03950" y="4944148"/>
            <a:ext cx="462191" cy="40383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99199" y="4944154"/>
            <a:ext cx="320573" cy="35559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952832" y="4944150"/>
            <a:ext cx="646604" cy="306562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681924" y="4944150"/>
            <a:ext cx="311231" cy="112036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76413" y="4944150"/>
            <a:ext cx="578127" cy="41861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82153" y="4944157"/>
            <a:ext cx="1283866" cy="25830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342940" y="1809178"/>
            <a:ext cx="432620" cy="218641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845593" y="1809178"/>
            <a:ext cx="423284" cy="466851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25285" y="1809176"/>
            <a:ext cx="904148" cy="228754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394803" y="1809178"/>
            <a:ext cx="403047" cy="27699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890447" y="1809178"/>
            <a:ext cx="452068" cy="204633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409444" y="1809178"/>
            <a:ext cx="335360" cy="218641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814841" y="1809170"/>
            <a:ext cx="802217" cy="179738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713544" y="1809178"/>
            <a:ext cx="432625" cy="131491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216199" y="1809178"/>
            <a:ext cx="393710" cy="364921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686174" y="1809178"/>
            <a:ext cx="417841" cy="345465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929629" y="5394680"/>
            <a:ext cx="456742" cy="238086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461074" y="5394680"/>
            <a:ext cx="393712" cy="262215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928713" y="5394680"/>
            <a:ext cx="739190" cy="242760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103383" y="4944935"/>
            <a:ext cx="647369" cy="282448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0846463" y="4944935"/>
            <a:ext cx="597582" cy="140830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288470" y="2630081"/>
            <a:ext cx="554007" cy="155613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931966" y="2630072"/>
            <a:ext cx="573455" cy="204631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586346" y="2630081"/>
            <a:ext cx="272334" cy="272326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947385" y="2630081"/>
            <a:ext cx="442732" cy="194513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484276" y="2630081"/>
            <a:ext cx="438072" cy="238090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016499" y="2630068"/>
            <a:ext cx="432619" cy="248215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515274" y="2630081"/>
            <a:ext cx="539994" cy="165727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150974" y="2630081"/>
            <a:ext cx="233431" cy="311232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487893" y="2630081"/>
            <a:ext cx="403831" cy="213969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976542" y="2630081"/>
            <a:ext cx="539222" cy="233425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593579" y="2630081"/>
            <a:ext cx="554785" cy="224078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7190931" y="3839244"/>
            <a:ext cx="515872" cy="297234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774509" y="3839247"/>
            <a:ext cx="491754" cy="262991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357311" y="3839248"/>
            <a:ext cx="252881" cy="243546"/>
          </a:xfrm>
          <a:prstGeom prst="rect">
            <a:avLst/>
          </a:prstGeom>
        </p:spPr>
      </p:pic>
      <p:pic>
        <p:nvPicPr>
          <p:cNvPr id="68" name="bg object 6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8694229" y="3839248"/>
            <a:ext cx="573455" cy="204637"/>
          </a:xfrm>
          <a:prstGeom prst="rect">
            <a:avLst/>
          </a:prstGeom>
        </p:spPr>
      </p:pic>
      <p:pic>
        <p:nvPicPr>
          <p:cNvPr id="69" name="bg object 6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9359506" y="3813568"/>
            <a:ext cx="632598" cy="189852"/>
          </a:xfrm>
          <a:prstGeom prst="rect">
            <a:avLst/>
          </a:prstGeom>
        </p:spPr>
      </p:pic>
      <p:pic>
        <p:nvPicPr>
          <p:cNvPr id="70" name="bg object 7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0086255" y="3813568"/>
            <a:ext cx="627146" cy="219417"/>
          </a:xfrm>
          <a:prstGeom prst="rect">
            <a:avLst/>
          </a:prstGeom>
        </p:spPr>
      </p:pic>
      <p:pic>
        <p:nvPicPr>
          <p:cNvPr id="71" name="bg object 7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0782659" y="3813568"/>
            <a:ext cx="491752" cy="136168"/>
          </a:xfrm>
          <a:prstGeom prst="rect">
            <a:avLst/>
          </a:prstGeom>
        </p:spPr>
      </p:pic>
      <p:pic>
        <p:nvPicPr>
          <p:cNvPr id="72" name="bg object 7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600487" y="3424519"/>
            <a:ext cx="311235" cy="262988"/>
          </a:xfrm>
          <a:prstGeom prst="rect">
            <a:avLst/>
          </a:prstGeom>
        </p:spPr>
      </p:pic>
      <p:pic>
        <p:nvPicPr>
          <p:cNvPr id="73" name="bg object 7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010548" y="3424516"/>
            <a:ext cx="432618" cy="219417"/>
          </a:xfrm>
          <a:prstGeom prst="rect">
            <a:avLst/>
          </a:prstGeom>
        </p:spPr>
      </p:pic>
      <p:pic>
        <p:nvPicPr>
          <p:cNvPr id="74" name="bg object 7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513207" y="3424516"/>
            <a:ext cx="495642" cy="209308"/>
          </a:xfrm>
          <a:prstGeom prst="rect">
            <a:avLst/>
          </a:prstGeom>
        </p:spPr>
      </p:pic>
      <p:pic>
        <p:nvPicPr>
          <p:cNvPr id="75" name="bg object 7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077329" y="3424516"/>
            <a:ext cx="422503" cy="219424"/>
          </a:xfrm>
          <a:prstGeom prst="rect">
            <a:avLst/>
          </a:prstGeom>
        </p:spPr>
      </p:pic>
      <p:pic>
        <p:nvPicPr>
          <p:cNvPr id="76" name="bg object 7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579207" y="3424516"/>
            <a:ext cx="564121" cy="248208"/>
          </a:xfrm>
          <a:prstGeom prst="rect">
            <a:avLst/>
          </a:prstGeom>
        </p:spPr>
      </p:pic>
      <p:pic>
        <p:nvPicPr>
          <p:cNvPr id="77" name="bg object 7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241372" y="3424516"/>
            <a:ext cx="564121" cy="146283"/>
          </a:xfrm>
          <a:prstGeom prst="rect">
            <a:avLst/>
          </a:prstGeom>
        </p:spPr>
      </p:pic>
      <p:pic>
        <p:nvPicPr>
          <p:cNvPr id="78" name="bg object 78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890310" y="3424516"/>
            <a:ext cx="262211" cy="116712"/>
          </a:xfrm>
          <a:prstGeom prst="rect">
            <a:avLst/>
          </a:prstGeom>
        </p:spPr>
      </p:pic>
      <p:pic>
        <p:nvPicPr>
          <p:cNvPr id="79" name="bg object 79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9231121" y="3424516"/>
            <a:ext cx="360260" cy="262991"/>
          </a:xfrm>
          <a:prstGeom prst="rect">
            <a:avLst/>
          </a:prstGeom>
        </p:spPr>
      </p:pic>
      <p:pic>
        <p:nvPicPr>
          <p:cNvPr id="80" name="bg object 8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9698761" y="3424519"/>
            <a:ext cx="550117" cy="165732"/>
          </a:xfrm>
          <a:prstGeom prst="rect">
            <a:avLst/>
          </a:prstGeom>
        </p:spPr>
      </p:pic>
      <p:pic>
        <p:nvPicPr>
          <p:cNvPr id="81" name="bg object 81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0334472" y="3424516"/>
            <a:ext cx="607695" cy="161061"/>
          </a:xfrm>
          <a:prstGeom prst="rect">
            <a:avLst/>
          </a:prstGeom>
        </p:spPr>
      </p:pic>
      <p:pic>
        <p:nvPicPr>
          <p:cNvPr id="82" name="bg object 82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286921" y="3792559"/>
            <a:ext cx="389042" cy="238090"/>
          </a:xfrm>
          <a:prstGeom prst="rect">
            <a:avLst/>
          </a:prstGeom>
        </p:spPr>
      </p:pic>
      <p:pic>
        <p:nvPicPr>
          <p:cNvPr id="83" name="bg object 8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767006" y="3792563"/>
            <a:ext cx="291782" cy="276999"/>
          </a:xfrm>
          <a:prstGeom prst="rect">
            <a:avLst/>
          </a:prstGeom>
        </p:spPr>
      </p:pic>
      <p:pic>
        <p:nvPicPr>
          <p:cNvPr id="84" name="bg object 84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139713" y="3792563"/>
            <a:ext cx="403834" cy="311238"/>
          </a:xfrm>
          <a:prstGeom prst="rect">
            <a:avLst/>
          </a:prstGeom>
        </p:spPr>
      </p:pic>
      <p:pic>
        <p:nvPicPr>
          <p:cNvPr id="85" name="bg object 85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297030" y="3035465"/>
            <a:ext cx="671499" cy="189077"/>
          </a:xfrm>
          <a:prstGeom prst="rect">
            <a:avLst/>
          </a:prstGeom>
        </p:spPr>
      </p:pic>
      <p:pic>
        <p:nvPicPr>
          <p:cNvPr id="86" name="bg object 8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064237" y="3035465"/>
            <a:ext cx="501098" cy="97256"/>
          </a:xfrm>
          <a:prstGeom prst="rect">
            <a:avLst/>
          </a:prstGeom>
        </p:spPr>
      </p:pic>
      <p:pic>
        <p:nvPicPr>
          <p:cNvPr id="87" name="bg object 87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633031" y="3035464"/>
            <a:ext cx="311241" cy="311241"/>
          </a:xfrm>
          <a:prstGeom prst="rect">
            <a:avLst/>
          </a:prstGeom>
        </p:spPr>
      </p:pic>
      <p:pic>
        <p:nvPicPr>
          <p:cNvPr id="88" name="bg object 88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038429" y="3035465"/>
            <a:ext cx="592909" cy="194525"/>
          </a:xfrm>
          <a:prstGeom prst="rect">
            <a:avLst/>
          </a:prstGeom>
        </p:spPr>
      </p:pic>
      <p:pic>
        <p:nvPicPr>
          <p:cNvPr id="89" name="bg object 89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7704480" y="3035465"/>
            <a:ext cx="1463611" cy="160286"/>
          </a:xfrm>
          <a:prstGeom prst="rect">
            <a:avLst/>
          </a:prstGeom>
        </p:spPr>
      </p:pic>
      <p:pic>
        <p:nvPicPr>
          <p:cNvPr id="90" name="bg object 90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9232676" y="3035465"/>
            <a:ext cx="243542" cy="227977"/>
          </a:xfrm>
          <a:prstGeom prst="rect">
            <a:avLst/>
          </a:prstGeom>
        </p:spPr>
      </p:pic>
      <p:pic>
        <p:nvPicPr>
          <p:cNvPr id="91" name="bg object 91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9549371" y="3035465"/>
            <a:ext cx="592908" cy="203860"/>
          </a:xfrm>
          <a:prstGeom prst="rect">
            <a:avLst/>
          </a:prstGeom>
        </p:spPr>
      </p:pic>
      <p:pic>
        <p:nvPicPr>
          <p:cNvPr id="92" name="bg object 92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0249661" y="3035467"/>
            <a:ext cx="218643" cy="247431"/>
          </a:xfrm>
          <a:prstGeom prst="rect">
            <a:avLst/>
          </a:prstGeom>
        </p:spPr>
      </p:pic>
      <p:pic>
        <p:nvPicPr>
          <p:cNvPr id="93" name="bg object 93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0585805" y="3035467"/>
            <a:ext cx="670718" cy="130718"/>
          </a:xfrm>
          <a:prstGeom prst="rect">
            <a:avLst/>
          </a:prstGeom>
        </p:spPr>
      </p:pic>
      <p:pic>
        <p:nvPicPr>
          <p:cNvPr id="94" name="bg object 94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5293918" y="3408176"/>
            <a:ext cx="199186" cy="213977"/>
          </a:xfrm>
          <a:prstGeom prst="rect">
            <a:avLst/>
          </a:prstGeom>
        </p:spPr>
      </p:pic>
      <p:pic>
        <p:nvPicPr>
          <p:cNvPr id="95" name="bg object 95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5198986" y="4577664"/>
            <a:ext cx="661388" cy="179741"/>
          </a:xfrm>
          <a:prstGeom prst="rect">
            <a:avLst/>
          </a:prstGeom>
        </p:spPr>
      </p:pic>
      <p:pic>
        <p:nvPicPr>
          <p:cNvPr id="96" name="bg object 96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5938964" y="4577664"/>
            <a:ext cx="627149" cy="169620"/>
          </a:xfrm>
          <a:prstGeom prst="rect">
            <a:avLst/>
          </a:prstGeom>
        </p:spPr>
      </p:pic>
      <p:pic>
        <p:nvPicPr>
          <p:cNvPr id="97" name="bg object 97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6651714" y="4577676"/>
            <a:ext cx="301117" cy="272324"/>
          </a:xfrm>
          <a:prstGeom prst="rect">
            <a:avLst/>
          </a:prstGeom>
        </p:spPr>
      </p:pic>
      <p:pic>
        <p:nvPicPr>
          <p:cNvPr id="98" name="bg object 98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7071104" y="4577664"/>
            <a:ext cx="622483" cy="252883"/>
          </a:xfrm>
          <a:prstGeom prst="rect">
            <a:avLst/>
          </a:prstGeom>
        </p:spPr>
      </p:pic>
      <p:pic>
        <p:nvPicPr>
          <p:cNvPr id="99" name="bg object 99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7807190" y="4577676"/>
            <a:ext cx="345473" cy="223304"/>
          </a:xfrm>
          <a:prstGeom prst="rect">
            <a:avLst/>
          </a:prstGeom>
        </p:spPr>
      </p:pic>
      <p:pic>
        <p:nvPicPr>
          <p:cNvPr id="100" name="bg object 100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8260829" y="4577664"/>
            <a:ext cx="627924" cy="203847"/>
          </a:xfrm>
          <a:prstGeom prst="rect">
            <a:avLst/>
          </a:prstGeom>
        </p:spPr>
      </p:pic>
      <p:pic>
        <p:nvPicPr>
          <p:cNvPr id="101" name="bg object 101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8961119" y="4577676"/>
            <a:ext cx="589022" cy="266874"/>
          </a:xfrm>
          <a:prstGeom prst="rect">
            <a:avLst/>
          </a:prstGeom>
        </p:spPr>
      </p:pic>
      <p:pic>
        <p:nvPicPr>
          <p:cNvPr id="102" name="bg object 102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9617837" y="4577676"/>
            <a:ext cx="486307" cy="227975"/>
          </a:xfrm>
          <a:prstGeom prst="rect">
            <a:avLst/>
          </a:prstGeom>
        </p:spPr>
      </p:pic>
      <p:pic>
        <p:nvPicPr>
          <p:cNvPr id="103" name="bg object 103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0185075" y="4577676"/>
            <a:ext cx="559441" cy="145491"/>
          </a:xfrm>
          <a:prstGeom prst="rect">
            <a:avLst/>
          </a:prstGeom>
        </p:spPr>
      </p:pic>
      <p:pic>
        <p:nvPicPr>
          <p:cNvPr id="104" name="bg object 104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10834014" y="4577664"/>
            <a:ext cx="564121" cy="179741"/>
          </a:xfrm>
          <a:prstGeom prst="rect">
            <a:avLst/>
          </a:prstGeom>
        </p:spPr>
      </p:pic>
      <p:pic>
        <p:nvPicPr>
          <p:cNvPr id="105" name="bg object 105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9503460" y="4260980"/>
            <a:ext cx="422503" cy="116697"/>
          </a:xfrm>
          <a:prstGeom prst="rect">
            <a:avLst/>
          </a:prstGeom>
        </p:spPr>
      </p:pic>
      <p:pic>
        <p:nvPicPr>
          <p:cNvPr id="106" name="bg object 106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9995217" y="4260977"/>
            <a:ext cx="695624" cy="213969"/>
          </a:xfrm>
          <a:prstGeom prst="rect">
            <a:avLst/>
          </a:prstGeom>
        </p:spPr>
      </p:pic>
      <p:pic>
        <p:nvPicPr>
          <p:cNvPr id="107" name="bg object 107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0765541" y="4260977"/>
            <a:ext cx="398380" cy="185185"/>
          </a:xfrm>
          <a:prstGeom prst="rect">
            <a:avLst/>
          </a:prstGeom>
        </p:spPr>
      </p:pic>
      <p:pic>
        <p:nvPicPr>
          <p:cNvPr id="108" name="bg object 108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11266640" y="4260977"/>
            <a:ext cx="238874" cy="248208"/>
          </a:xfrm>
          <a:prstGeom prst="rect">
            <a:avLst/>
          </a:prstGeom>
        </p:spPr>
      </p:pic>
      <p:pic>
        <p:nvPicPr>
          <p:cNvPr id="109" name="bg object 109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5177980" y="4988504"/>
            <a:ext cx="607695" cy="238865"/>
          </a:xfrm>
          <a:prstGeom prst="rect">
            <a:avLst/>
          </a:prstGeom>
        </p:spPr>
      </p:pic>
      <p:pic>
        <p:nvPicPr>
          <p:cNvPr id="110" name="bg object 110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7843761" y="5433580"/>
            <a:ext cx="481645" cy="131495"/>
          </a:xfrm>
          <a:prstGeom prst="rect">
            <a:avLst/>
          </a:prstGeom>
        </p:spPr>
      </p:pic>
      <p:pic>
        <p:nvPicPr>
          <p:cNvPr id="111" name="bg object 111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8404773" y="5433581"/>
            <a:ext cx="627148" cy="291781"/>
          </a:xfrm>
          <a:prstGeom prst="rect">
            <a:avLst/>
          </a:prstGeom>
        </p:spPr>
      </p:pic>
      <p:pic>
        <p:nvPicPr>
          <p:cNvPr id="112" name="bg object 112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5293918" y="2251138"/>
            <a:ext cx="257543" cy="189064"/>
          </a:xfrm>
          <a:prstGeom prst="rect">
            <a:avLst/>
          </a:prstGeom>
        </p:spPr>
      </p:pic>
      <p:pic>
        <p:nvPicPr>
          <p:cNvPr id="113" name="bg object 113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5647956" y="2251140"/>
            <a:ext cx="1376460" cy="247432"/>
          </a:xfrm>
          <a:prstGeom prst="rect">
            <a:avLst/>
          </a:prstGeom>
        </p:spPr>
      </p:pic>
      <p:pic>
        <p:nvPicPr>
          <p:cNvPr id="114" name="bg object 114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7124792" y="2251140"/>
            <a:ext cx="267661" cy="213967"/>
          </a:xfrm>
          <a:prstGeom prst="rect">
            <a:avLst/>
          </a:prstGeom>
        </p:spPr>
      </p:pic>
      <p:pic>
        <p:nvPicPr>
          <p:cNvPr id="115" name="bg object 115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7471829" y="2251140"/>
            <a:ext cx="627150" cy="169606"/>
          </a:xfrm>
          <a:prstGeom prst="rect">
            <a:avLst/>
          </a:prstGeom>
        </p:spPr>
      </p:pic>
      <p:pic>
        <p:nvPicPr>
          <p:cNvPr id="116" name="bg object 116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8183791" y="2251140"/>
            <a:ext cx="355586" cy="266876"/>
          </a:xfrm>
          <a:prstGeom prst="rect">
            <a:avLst/>
          </a:prstGeom>
        </p:spPr>
      </p:pic>
      <p:pic>
        <p:nvPicPr>
          <p:cNvPr id="117" name="bg object 117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8603970" y="2251140"/>
            <a:ext cx="427951" cy="189075"/>
          </a:xfrm>
          <a:prstGeom prst="rect">
            <a:avLst/>
          </a:prstGeom>
        </p:spPr>
      </p:pic>
      <p:pic>
        <p:nvPicPr>
          <p:cNvPr id="118" name="bg object 118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9123743" y="2251140"/>
            <a:ext cx="359473" cy="189075"/>
          </a:xfrm>
          <a:prstGeom prst="rect">
            <a:avLst/>
          </a:prstGeom>
        </p:spPr>
      </p:pic>
      <p:pic>
        <p:nvPicPr>
          <p:cNvPr id="119" name="bg object 119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9560256" y="2251140"/>
            <a:ext cx="501098" cy="67689"/>
          </a:xfrm>
          <a:prstGeom prst="rect">
            <a:avLst/>
          </a:prstGeom>
        </p:spPr>
      </p:pic>
      <p:pic>
        <p:nvPicPr>
          <p:cNvPr id="120" name="bg object 120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0136054" y="2251138"/>
            <a:ext cx="481641" cy="106595"/>
          </a:xfrm>
          <a:prstGeom prst="rect">
            <a:avLst/>
          </a:prstGeom>
        </p:spPr>
      </p:pic>
      <p:pic>
        <p:nvPicPr>
          <p:cNvPr id="121" name="bg object 121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0694733" y="2251143"/>
            <a:ext cx="456742" cy="262212"/>
          </a:xfrm>
          <a:prstGeom prst="rect">
            <a:avLst/>
          </a:prstGeom>
        </p:spPr>
      </p:pic>
      <p:pic>
        <p:nvPicPr>
          <p:cNvPr id="122" name="bg object 122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1041767" y="3360712"/>
            <a:ext cx="272331" cy="266889"/>
          </a:xfrm>
          <a:prstGeom prst="rect">
            <a:avLst/>
          </a:prstGeom>
        </p:spPr>
      </p:pic>
      <p:pic>
        <p:nvPicPr>
          <p:cNvPr id="123" name="bg object 123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5304815" y="4226746"/>
            <a:ext cx="578901" cy="112030"/>
          </a:xfrm>
          <a:prstGeom prst="rect">
            <a:avLst/>
          </a:prstGeom>
        </p:spPr>
      </p:pic>
      <p:pic>
        <p:nvPicPr>
          <p:cNvPr id="124" name="bg object 124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5957637" y="4226750"/>
            <a:ext cx="213978" cy="194513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6236982" y="4226743"/>
            <a:ext cx="1527411" cy="189846"/>
          </a:xfrm>
          <a:prstGeom prst="rect">
            <a:avLst/>
          </a:prstGeom>
        </p:spPr>
      </p:pic>
      <p:pic>
        <p:nvPicPr>
          <p:cNvPr id="126" name="bg object 126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7831314" y="4226750"/>
            <a:ext cx="447405" cy="194513"/>
          </a:xfrm>
          <a:prstGeom prst="rect">
            <a:avLst/>
          </a:prstGeom>
        </p:spPr>
      </p:pic>
      <p:pic>
        <p:nvPicPr>
          <p:cNvPr id="127" name="bg object 127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8368980" y="4226743"/>
            <a:ext cx="564125" cy="311241"/>
          </a:xfrm>
          <a:prstGeom prst="rect">
            <a:avLst/>
          </a:prstGeom>
        </p:spPr>
      </p:pic>
      <p:pic>
        <p:nvPicPr>
          <p:cNvPr id="128" name="bg object 128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8933105" y="4203396"/>
            <a:ext cx="510436" cy="277004"/>
          </a:xfrm>
          <a:prstGeom prst="rect">
            <a:avLst/>
          </a:prstGeom>
        </p:spPr>
      </p:pic>
      <p:pic>
        <p:nvPicPr>
          <p:cNvPr id="129" name="bg object 129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6622922" y="3863367"/>
            <a:ext cx="496423" cy="1851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33236"/>
                </a:solidFill>
                <a:latin typeface="Brandon Grotesque Bold"/>
                <a:cs typeface="Brandon Grotesque 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object 19">
            <a:extLst>
              <a:ext uri="{FF2B5EF4-FFF2-40B4-BE49-F238E27FC236}">
                <a16:creationId xmlns:a16="http://schemas.microsoft.com/office/drawing/2014/main" id="{F4D3F3C3-6CC3-D31F-4CC6-AA8AF72AFF42}"/>
              </a:ext>
            </a:extLst>
          </p:cNvPr>
          <p:cNvSpPr/>
          <p:nvPr userDrawn="1"/>
        </p:nvSpPr>
        <p:spPr>
          <a:xfrm>
            <a:off x="0" y="6286500"/>
            <a:ext cx="12189460" cy="571500"/>
          </a:xfrm>
          <a:custGeom>
            <a:avLst/>
            <a:gdLst/>
            <a:ahLst/>
            <a:cxnLst/>
            <a:rect l="l" t="t" r="r" b="b"/>
            <a:pathLst>
              <a:path w="12189460" h="571500">
                <a:moveTo>
                  <a:pt x="12188952" y="0"/>
                </a:moveTo>
                <a:lnTo>
                  <a:pt x="0" y="0"/>
                </a:lnTo>
                <a:lnTo>
                  <a:pt x="0" y="571500"/>
                </a:lnTo>
                <a:lnTo>
                  <a:pt x="12188952" y="5715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6F8EA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bg object 20">
            <a:extLst>
              <a:ext uri="{FF2B5EF4-FFF2-40B4-BE49-F238E27FC236}">
                <a16:creationId xmlns:a16="http://schemas.microsoft.com/office/drawing/2014/main" id="{9AD7832A-A093-0539-F0B3-C6CF91028D16}"/>
              </a:ext>
            </a:extLst>
          </p:cNvPr>
          <p:cNvSpPr/>
          <p:nvPr userDrawn="1"/>
        </p:nvSpPr>
        <p:spPr>
          <a:xfrm>
            <a:off x="8448865" y="6472897"/>
            <a:ext cx="3305175" cy="181610"/>
          </a:xfrm>
          <a:custGeom>
            <a:avLst/>
            <a:gdLst/>
            <a:ahLst/>
            <a:cxnLst/>
            <a:rect l="l" t="t" r="r" b="b"/>
            <a:pathLst>
              <a:path w="3305175" h="181609">
                <a:moveTo>
                  <a:pt x="116840" y="60972"/>
                </a:moveTo>
                <a:lnTo>
                  <a:pt x="112509" y="40055"/>
                </a:lnTo>
                <a:lnTo>
                  <a:pt x="110439" y="37033"/>
                </a:lnTo>
                <a:lnTo>
                  <a:pt x="100736" y="22885"/>
                </a:lnTo>
                <a:lnTo>
                  <a:pt x="85331" y="12585"/>
                </a:lnTo>
                <a:lnTo>
                  <a:pt x="85331" y="60744"/>
                </a:lnTo>
                <a:lnTo>
                  <a:pt x="83324" y="70802"/>
                </a:lnTo>
                <a:lnTo>
                  <a:pt x="77863" y="78854"/>
                </a:lnTo>
                <a:lnTo>
                  <a:pt x="69850" y="84213"/>
                </a:lnTo>
                <a:lnTo>
                  <a:pt x="60134" y="86156"/>
                </a:lnTo>
                <a:lnTo>
                  <a:pt x="31788" y="86156"/>
                </a:lnTo>
                <a:lnTo>
                  <a:pt x="31788" y="37033"/>
                </a:lnTo>
                <a:lnTo>
                  <a:pt x="60134" y="37033"/>
                </a:lnTo>
                <a:lnTo>
                  <a:pt x="69850" y="38836"/>
                </a:lnTo>
                <a:lnTo>
                  <a:pt x="77863" y="43840"/>
                </a:lnTo>
                <a:lnTo>
                  <a:pt x="83324" y="51358"/>
                </a:lnTo>
                <a:lnTo>
                  <a:pt x="85331" y="60744"/>
                </a:lnTo>
                <a:lnTo>
                  <a:pt x="85331" y="12585"/>
                </a:lnTo>
                <a:lnTo>
                  <a:pt x="83337" y="11252"/>
                </a:lnTo>
                <a:lnTo>
                  <a:pt x="62103" y="6972"/>
                </a:lnTo>
                <a:lnTo>
                  <a:pt x="1968" y="6972"/>
                </a:lnTo>
                <a:lnTo>
                  <a:pt x="0" y="9169"/>
                </a:lnTo>
                <a:lnTo>
                  <a:pt x="0" y="175882"/>
                </a:lnTo>
                <a:lnTo>
                  <a:pt x="1968" y="178066"/>
                </a:lnTo>
                <a:lnTo>
                  <a:pt x="29578" y="178066"/>
                </a:lnTo>
                <a:lnTo>
                  <a:pt x="31788" y="175882"/>
                </a:lnTo>
                <a:lnTo>
                  <a:pt x="31788" y="115989"/>
                </a:lnTo>
                <a:lnTo>
                  <a:pt x="62331" y="115989"/>
                </a:lnTo>
                <a:lnTo>
                  <a:pt x="83426" y="111658"/>
                </a:lnTo>
                <a:lnTo>
                  <a:pt x="100774" y="99847"/>
                </a:lnTo>
                <a:lnTo>
                  <a:pt x="109969" y="86156"/>
                </a:lnTo>
                <a:lnTo>
                  <a:pt x="112522" y="82359"/>
                </a:lnTo>
                <a:lnTo>
                  <a:pt x="116840" y="60972"/>
                </a:lnTo>
                <a:close/>
              </a:path>
              <a:path w="3305175" h="181609">
                <a:moveTo>
                  <a:pt x="311175" y="92760"/>
                </a:moveTo>
                <a:lnTo>
                  <a:pt x="304304" y="58343"/>
                </a:lnTo>
                <a:lnTo>
                  <a:pt x="289534" y="36309"/>
                </a:lnTo>
                <a:lnTo>
                  <a:pt x="285508" y="30302"/>
                </a:lnTo>
                <a:lnTo>
                  <a:pt x="279387" y="26174"/>
                </a:lnTo>
                <a:lnTo>
                  <a:pt x="279387" y="92760"/>
                </a:lnTo>
                <a:lnTo>
                  <a:pt x="274942" y="114490"/>
                </a:lnTo>
                <a:lnTo>
                  <a:pt x="262839" y="132283"/>
                </a:lnTo>
                <a:lnTo>
                  <a:pt x="244957" y="144310"/>
                </a:lnTo>
                <a:lnTo>
                  <a:pt x="223177" y="148729"/>
                </a:lnTo>
                <a:lnTo>
                  <a:pt x="201434" y="144310"/>
                </a:lnTo>
                <a:lnTo>
                  <a:pt x="183642" y="132283"/>
                </a:lnTo>
                <a:lnTo>
                  <a:pt x="171615" y="114490"/>
                </a:lnTo>
                <a:lnTo>
                  <a:pt x="167195" y="92760"/>
                </a:lnTo>
                <a:lnTo>
                  <a:pt x="171615" y="70942"/>
                </a:lnTo>
                <a:lnTo>
                  <a:pt x="183642" y="52971"/>
                </a:lnTo>
                <a:lnTo>
                  <a:pt x="201434" y="40792"/>
                </a:lnTo>
                <a:lnTo>
                  <a:pt x="223177" y="36309"/>
                </a:lnTo>
                <a:lnTo>
                  <a:pt x="244957" y="40792"/>
                </a:lnTo>
                <a:lnTo>
                  <a:pt x="262839" y="52971"/>
                </a:lnTo>
                <a:lnTo>
                  <a:pt x="274942" y="70942"/>
                </a:lnTo>
                <a:lnTo>
                  <a:pt x="279387" y="92760"/>
                </a:lnTo>
                <a:lnTo>
                  <a:pt x="279387" y="26174"/>
                </a:lnTo>
                <a:lnTo>
                  <a:pt x="257556" y="11430"/>
                </a:lnTo>
                <a:lnTo>
                  <a:pt x="223177" y="4521"/>
                </a:lnTo>
                <a:lnTo>
                  <a:pt x="188836" y="11430"/>
                </a:lnTo>
                <a:lnTo>
                  <a:pt x="160959" y="30302"/>
                </a:lnTo>
                <a:lnTo>
                  <a:pt x="142252" y="58343"/>
                </a:lnTo>
                <a:lnTo>
                  <a:pt x="135420" y="92760"/>
                </a:lnTo>
                <a:lnTo>
                  <a:pt x="142252" y="127088"/>
                </a:lnTo>
                <a:lnTo>
                  <a:pt x="160959" y="154952"/>
                </a:lnTo>
                <a:lnTo>
                  <a:pt x="188836" y="173659"/>
                </a:lnTo>
                <a:lnTo>
                  <a:pt x="223177" y="180505"/>
                </a:lnTo>
                <a:lnTo>
                  <a:pt x="257556" y="173659"/>
                </a:lnTo>
                <a:lnTo>
                  <a:pt x="285508" y="154952"/>
                </a:lnTo>
                <a:lnTo>
                  <a:pt x="289712" y="148729"/>
                </a:lnTo>
                <a:lnTo>
                  <a:pt x="304304" y="127088"/>
                </a:lnTo>
                <a:lnTo>
                  <a:pt x="311175" y="92760"/>
                </a:lnTo>
                <a:close/>
              </a:path>
              <a:path w="3305175" h="181609">
                <a:moveTo>
                  <a:pt x="435584" y="150926"/>
                </a:moveTo>
                <a:lnTo>
                  <a:pt x="433628" y="148729"/>
                </a:lnTo>
                <a:lnTo>
                  <a:pt x="368617" y="148729"/>
                </a:lnTo>
                <a:lnTo>
                  <a:pt x="368617" y="9169"/>
                </a:lnTo>
                <a:lnTo>
                  <a:pt x="366407" y="6972"/>
                </a:lnTo>
                <a:lnTo>
                  <a:pt x="338797" y="6972"/>
                </a:lnTo>
                <a:lnTo>
                  <a:pt x="336829" y="9169"/>
                </a:lnTo>
                <a:lnTo>
                  <a:pt x="336829" y="175882"/>
                </a:lnTo>
                <a:lnTo>
                  <a:pt x="338797" y="178066"/>
                </a:lnTo>
                <a:lnTo>
                  <a:pt x="433628" y="178066"/>
                </a:lnTo>
                <a:lnTo>
                  <a:pt x="435584" y="175882"/>
                </a:lnTo>
                <a:lnTo>
                  <a:pt x="435584" y="150926"/>
                </a:lnTo>
                <a:close/>
              </a:path>
              <a:path w="3305175" h="181609">
                <a:moveTo>
                  <a:pt x="499630" y="9169"/>
                </a:moveTo>
                <a:lnTo>
                  <a:pt x="497420" y="6972"/>
                </a:lnTo>
                <a:lnTo>
                  <a:pt x="469811" y="6972"/>
                </a:lnTo>
                <a:lnTo>
                  <a:pt x="467601" y="9169"/>
                </a:lnTo>
                <a:lnTo>
                  <a:pt x="467601" y="175882"/>
                </a:lnTo>
                <a:lnTo>
                  <a:pt x="469811" y="178066"/>
                </a:lnTo>
                <a:lnTo>
                  <a:pt x="497420" y="178066"/>
                </a:lnTo>
                <a:lnTo>
                  <a:pt x="499630" y="175882"/>
                </a:lnTo>
                <a:lnTo>
                  <a:pt x="499630" y="9169"/>
                </a:lnTo>
                <a:close/>
              </a:path>
              <a:path w="3305175" h="181609">
                <a:moveTo>
                  <a:pt x="646518" y="9169"/>
                </a:moveTo>
                <a:lnTo>
                  <a:pt x="644575" y="6972"/>
                </a:lnTo>
                <a:lnTo>
                  <a:pt x="532371" y="6972"/>
                </a:lnTo>
                <a:lnTo>
                  <a:pt x="530402" y="9169"/>
                </a:lnTo>
                <a:lnTo>
                  <a:pt x="530402" y="34086"/>
                </a:lnTo>
                <a:lnTo>
                  <a:pt x="532371" y="36309"/>
                </a:lnTo>
                <a:lnTo>
                  <a:pt x="572452" y="36309"/>
                </a:lnTo>
                <a:lnTo>
                  <a:pt x="572452" y="175882"/>
                </a:lnTo>
                <a:lnTo>
                  <a:pt x="574662" y="178066"/>
                </a:lnTo>
                <a:lnTo>
                  <a:pt x="602284" y="178066"/>
                </a:lnTo>
                <a:lnTo>
                  <a:pt x="604481" y="175882"/>
                </a:lnTo>
                <a:lnTo>
                  <a:pt x="604481" y="36309"/>
                </a:lnTo>
                <a:lnTo>
                  <a:pt x="644575" y="36309"/>
                </a:lnTo>
                <a:lnTo>
                  <a:pt x="646518" y="34086"/>
                </a:lnTo>
                <a:lnTo>
                  <a:pt x="646518" y="9169"/>
                </a:lnTo>
                <a:close/>
              </a:path>
              <a:path w="3305175" h="181609">
                <a:moveTo>
                  <a:pt x="783145" y="9169"/>
                </a:moveTo>
                <a:lnTo>
                  <a:pt x="781215" y="6972"/>
                </a:lnTo>
                <a:lnTo>
                  <a:pt x="676351" y="6972"/>
                </a:lnTo>
                <a:lnTo>
                  <a:pt x="674395" y="9169"/>
                </a:lnTo>
                <a:lnTo>
                  <a:pt x="674395" y="175882"/>
                </a:lnTo>
                <a:lnTo>
                  <a:pt x="676351" y="178066"/>
                </a:lnTo>
                <a:lnTo>
                  <a:pt x="781215" y="178066"/>
                </a:lnTo>
                <a:lnTo>
                  <a:pt x="783145" y="175882"/>
                </a:lnTo>
                <a:lnTo>
                  <a:pt x="783145" y="150926"/>
                </a:lnTo>
                <a:lnTo>
                  <a:pt x="781215" y="148729"/>
                </a:lnTo>
                <a:lnTo>
                  <a:pt x="706158" y="148729"/>
                </a:lnTo>
                <a:lnTo>
                  <a:pt x="706158" y="105956"/>
                </a:lnTo>
                <a:lnTo>
                  <a:pt x="768985" y="105956"/>
                </a:lnTo>
                <a:lnTo>
                  <a:pt x="771182" y="104013"/>
                </a:lnTo>
                <a:lnTo>
                  <a:pt x="771182" y="78574"/>
                </a:lnTo>
                <a:lnTo>
                  <a:pt x="768985" y="76377"/>
                </a:lnTo>
                <a:lnTo>
                  <a:pt x="706158" y="76377"/>
                </a:lnTo>
                <a:lnTo>
                  <a:pt x="706158" y="36309"/>
                </a:lnTo>
                <a:lnTo>
                  <a:pt x="781215" y="36309"/>
                </a:lnTo>
                <a:lnTo>
                  <a:pt x="783145" y="34086"/>
                </a:lnTo>
                <a:lnTo>
                  <a:pt x="783145" y="9169"/>
                </a:lnTo>
                <a:close/>
              </a:path>
              <a:path w="3305175" h="181609">
                <a:moveTo>
                  <a:pt x="957910" y="151904"/>
                </a:moveTo>
                <a:lnTo>
                  <a:pt x="955967" y="150202"/>
                </a:lnTo>
                <a:lnTo>
                  <a:pt x="954316" y="148501"/>
                </a:lnTo>
                <a:lnTo>
                  <a:pt x="940828" y="134569"/>
                </a:lnTo>
                <a:lnTo>
                  <a:pt x="939368" y="133096"/>
                </a:lnTo>
                <a:lnTo>
                  <a:pt x="936650" y="132829"/>
                </a:lnTo>
                <a:lnTo>
                  <a:pt x="934694" y="134569"/>
                </a:lnTo>
                <a:lnTo>
                  <a:pt x="926592" y="140246"/>
                </a:lnTo>
                <a:lnTo>
                  <a:pt x="917663" y="144640"/>
                </a:lnTo>
                <a:lnTo>
                  <a:pt x="907897" y="147485"/>
                </a:lnTo>
                <a:lnTo>
                  <a:pt x="897305" y="148501"/>
                </a:lnTo>
                <a:lnTo>
                  <a:pt x="875550" y="143967"/>
                </a:lnTo>
                <a:lnTo>
                  <a:pt x="858189" y="131711"/>
                </a:lnTo>
                <a:lnTo>
                  <a:pt x="846696" y="113728"/>
                </a:lnTo>
                <a:lnTo>
                  <a:pt x="842543" y="92011"/>
                </a:lnTo>
                <a:lnTo>
                  <a:pt x="846658" y="70116"/>
                </a:lnTo>
                <a:lnTo>
                  <a:pt x="858075" y="51993"/>
                </a:lnTo>
                <a:lnTo>
                  <a:pt x="875347" y="39624"/>
                </a:lnTo>
                <a:lnTo>
                  <a:pt x="897064" y="35064"/>
                </a:lnTo>
                <a:lnTo>
                  <a:pt x="907275" y="36042"/>
                </a:lnTo>
                <a:lnTo>
                  <a:pt x="917168" y="38887"/>
                </a:lnTo>
                <a:lnTo>
                  <a:pt x="926414" y="43421"/>
                </a:lnTo>
                <a:lnTo>
                  <a:pt x="934694" y="49491"/>
                </a:lnTo>
                <a:lnTo>
                  <a:pt x="936650" y="51460"/>
                </a:lnTo>
                <a:lnTo>
                  <a:pt x="939101" y="51460"/>
                </a:lnTo>
                <a:lnTo>
                  <a:pt x="940828" y="49491"/>
                </a:lnTo>
                <a:lnTo>
                  <a:pt x="954786" y="35064"/>
                </a:lnTo>
                <a:lnTo>
                  <a:pt x="955725" y="34086"/>
                </a:lnTo>
                <a:lnTo>
                  <a:pt x="957694" y="32131"/>
                </a:lnTo>
                <a:lnTo>
                  <a:pt x="957694" y="29210"/>
                </a:lnTo>
                <a:lnTo>
                  <a:pt x="913650" y="5969"/>
                </a:lnTo>
                <a:lnTo>
                  <a:pt x="896327" y="4521"/>
                </a:lnTo>
                <a:lnTo>
                  <a:pt x="861923" y="11430"/>
                </a:lnTo>
                <a:lnTo>
                  <a:pt x="833882" y="30302"/>
                </a:lnTo>
                <a:lnTo>
                  <a:pt x="815009" y="58343"/>
                </a:lnTo>
                <a:lnTo>
                  <a:pt x="808101" y="92760"/>
                </a:lnTo>
                <a:lnTo>
                  <a:pt x="815009" y="127088"/>
                </a:lnTo>
                <a:lnTo>
                  <a:pt x="833882" y="154952"/>
                </a:lnTo>
                <a:lnTo>
                  <a:pt x="861923" y="173659"/>
                </a:lnTo>
                <a:lnTo>
                  <a:pt x="896327" y="180505"/>
                </a:lnTo>
                <a:lnTo>
                  <a:pt x="912456" y="179070"/>
                </a:lnTo>
                <a:lnTo>
                  <a:pt x="955725" y="156806"/>
                </a:lnTo>
                <a:lnTo>
                  <a:pt x="957910" y="151904"/>
                </a:lnTo>
                <a:close/>
              </a:path>
              <a:path w="3305175" h="181609">
                <a:moveTo>
                  <a:pt x="1132674" y="9169"/>
                </a:moveTo>
                <a:lnTo>
                  <a:pt x="1130490" y="6972"/>
                </a:lnTo>
                <a:lnTo>
                  <a:pt x="1102880" y="6972"/>
                </a:lnTo>
                <a:lnTo>
                  <a:pt x="1100912" y="9169"/>
                </a:lnTo>
                <a:lnTo>
                  <a:pt x="1100912" y="112560"/>
                </a:lnTo>
                <a:lnTo>
                  <a:pt x="1100683" y="112560"/>
                </a:lnTo>
                <a:lnTo>
                  <a:pt x="1059027" y="68300"/>
                </a:lnTo>
                <a:lnTo>
                  <a:pt x="998994" y="4521"/>
                </a:lnTo>
                <a:lnTo>
                  <a:pt x="990434" y="4521"/>
                </a:lnTo>
                <a:lnTo>
                  <a:pt x="988225" y="6489"/>
                </a:lnTo>
                <a:lnTo>
                  <a:pt x="988225" y="175882"/>
                </a:lnTo>
                <a:lnTo>
                  <a:pt x="990434" y="178066"/>
                </a:lnTo>
                <a:lnTo>
                  <a:pt x="1017816" y="178066"/>
                </a:lnTo>
                <a:lnTo>
                  <a:pt x="1019759" y="175882"/>
                </a:lnTo>
                <a:lnTo>
                  <a:pt x="1019759" y="68300"/>
                </a:lnTo>
                <a:lnTo>
                  <a:pt x="1020025" y="68300"/>
                </a:lnTo>
                <a:lnTo>
                  <a:pt x="1122184" y="180505"/>
                </a:lnTo>
                <a:lnTo>
                  <a:pt x="1130490" y="180505"/>
                </a:lnTo>
                <a:lnTo>
                  <a:pt x="1132674" y="178562"/>
                </a:lnTo>
                <a:lnTo>
                  <a:pt x="1132674" y="112560"/>
                </a:lnTo>
                <a:lnTo>
                  <a:pt x="1132674" y="9169"/>
                </a:lnTo>
                <a:close/>
              </a:path>
              <a:path w="3305175" h="181609">
                <a:moveTo>
                  <a:pt x="1206754" y="9169"/>
                </a:moveTo>
                <a:lnTo>
                  <a:pt x="1204556" y="6972"/>
                </a:lnTo>
                <a:lnTo>
                  <a:pt x="1176934" y="6972"/>
                </a:lnTo>
                <a:lnTo>
                  <a:pt x="1174737" y="9169"/>
                </a:lnTo>
                <a:lnTo>
                  <a:pt x="1174737" y="175882"/>
                </a:lnTo>
                <a:lnTo>
                  <a:pt x="1176934" y="178066"/>
                </a:lnTo>
                <a:lnTo>
                  <a:pt x="1204556" y="178066"/>
                </a:lnTo>
                <a:lnTo>
                  <a:pt x="1206754" y="175882"/>
                </a:lnTo>
                <a:lnTo>
                  <a:pt x="1206754" y="9169"/>
                </a:lnTo>
                <a:close/>
              </a:path>
              <a:path w="3305175" h="181609">
                <a:moveTo>
                  <a:pt x="1388605" y="151904"/>
                </a:moveTo>
                <a:lnTo>
                  <a:pt x="1386662" y="150202"/>
                </a:lnTo>
                <a:lnTo>
                  <a:pt x="1385011" y="148501"/>
                </a:lnTo>
                <a:lnTo>
                  <a:pt x="1371523" y="134569"/>
                </a:lnTo>
                <a:lnTo>
                  <a:pt x="1370037" y="133096"/>
                </a:lnTo>
                <a:lnTo>
                  <a:pt x="1367345" y="132829"/>
                </a:lnTo>
                <a:lnTo>
                  <a:pt x="1365377" y="134569"/>
                </a:lnTo>
                <a:lnTo>
                  <a:pt x="1357274" y="140246"/>
                </a:lnTo>
                <a:lnTo>
                  <a:pt x="1348346" y="144640"/>
                </a:lnTo>
                <a:lnTo>
                  <a:pt x="1338580" y="147485"/>
                </a:lnTo>
                <a:lnTo>
                  <a:pt x="1327988" y="148501"/>
                </a:lnTo>
                <a:lnTo>
                  <a:pt x="1306233" y="143967"/>
                </a:lnTo>
                <a:lnTo>
                  <a:pt x="1288872" y="131711"/>
                </a:lnTo>
                <a:lnTo>
                  <a:pt x="1277378" y="113728"/>
                </a:lnTo>
                <a:lnTo>
                  <a:pt x="1273225" y="92011"/>
                </a:lnTo>
                <a:lnTo>
                  <a:pt x="1277340" y="70116"/>
                </a:lnTo>
                <a:lnTo>
                  <a:pt x="1288757" y="51993"/>
                </a:lnTo>
                <a:lnTo>
                  <a:pt x="1306029" y="39624"/>
                </a:lnTo>
                <a:lnTo>
                  <a:pt x="1327746" y="35064"/>
                </a:lnTo>
                <a:lnTo>
                  <a:pt x="1337957" y="36042"/>
                </a:lnTo>
                <a:lnTo>
                  <a:pt x="1347851" y="38887"/>
                </a:lnTo>
                <a:lnTo>
                  <a:pt x="1357096" y="43421"/>
                </a:lnTo>
                <a:lnTo>
                  <a:pt x="1365377" y="49491"/>
                </a:lnTo>
                <a:lnTo>
                  <a:pt x="1367345" y="51460"/>
                </a:lnTo>
                <a:lnTo>
                  <a:pt x="1369783" y="51460"/>
                </a:lnTo>
                <a:lnTo>
                  <a:pt x="1371523" y="49491"/>
                </a:lnTo>
                <a:lnTo>
                  <a:pt x="1385468" y="35064"/>
                </a:lnTo>
                <a:lnTo>
                  <a:pt x="1386408" y="34086"/>
                </a:lnTo>
                <a:lnTo>
                  <a:pt x="1388364" y="32131"/>
                </a:lnTo>
                <a:lnTo>
                  <a:pt x="1388364" y="29210"/>
                </a:lnTo>
                <a:lnTo>
                  <a:pt x="1344333" y="5969"/>
                </a:lnTo>
                <a:lnTo>
                  <a:pt x="1327010" y="4521"/>
                </a:lnTo>
                <a:lnTo>
                  <a:pt x="1292606" y="11430"/>
                </a:lnTo>
                <a:lnTo>
                  <a:pt x="1264577" y="30302"/>
                </a:lnTo>
                <a:lnTo>
                  <a:pt x="1245704" y="58343"/>
                </a:lnTo>
                <a:lnTo>
                  <a:pt x="1238783" y="92760"/>
                </a:lnTo>
                <a:lnTo>
                  <a:pt x="1245704" y="127088"/>
                </a:lnTo>
                <a:lnTo>
                  <a:pt x="1264577" y="154952"/>
                </a:lnTo>
                <a:lnTo>
                  <a:pt x="1292606" y="173659"/>
                </a:lnTo>
                <a:lnTo>
                  <a:pt x="1327010" y="180505"/>
                </a:lnTo>
                <a:lnTo>
                  <a:pt x="1343139" y="179070"/>
                </a:lnTo>
                <a:lnTo>
                  <a:pt x="1386408" y="156806"/>
                </a:lnTo>
                <a:lnTo>
                  <a:pt x="1388605" y="151904"/>
                </a:lnTo>
                <a:close/>
              </a:path>
              <a:path w="3305175" h="181609">
                <a:moveTo>
                  <a:pt x="1584883" y="92760"/>
                </a:moveTo>
                <a:lnTo>
                  <a:pt x="1578013" y="58343"/>
                </a:lnTo>
                <a:lnTo>
                  <a:pt x="1563255" y="36309"/>
                </a:lnTo>
                <a:lnTo>
                  <a:pt x="1559229" y="30302"/>
                </a:lnTo>
                <a:lnTo>
                  <a:pt x="1553095" y="26162"/>
                </a:lnTo>
                <a:lnTo>
                  <a:pt x="1553095" y="92760"/>
                </a:lnTo>
                <a:lnTo>
                  <a:pt x="1548650" y="114490"/>
                </a:lnTo>
                <a:lnTo>
                  <a:pt x="1536547" y="132283"/>
                </a:lnTo>
                <a:lnTo>
                  <a:pt x="1518666" y="144310"/>
                </a:lnTo>
                <a:lnTo>
                  <a:pt x="1496898" y="148729"/>
                </a:lnTo>
                <a:lnTo>
                  <a:pt x="1475155" y="144310"/>
                </a:lnTo>
                <a:lnTo>
                  <a:pt x="1457350" y="132283"/>
                </a:lnTo>
                <a:lnTo>
                  <a:pt x="1445323" y="114490"/>
                </a:lnTo>
                <a:lnTo>
                  <a:pt x="1440903" y="92760"/>
                </a:lnTo>
                <a:lnTo>
                  <a:pt x="1445323" y="70942"/>
                </a:lnTo>
                <a:lnTo>
                  <a:pt x="1457350" y="52971"/>
                </a:lnTo>
                <a:lnTo>
                  <a:pt x="1475155" y="40792"/>
                </a:lnTo>
                <a:lnTo>
                  <a:pt x="1496898" y="36309"/>
                </a:lnTo>
                <a:lnTo>
                  <a:pt x="1518666" y="40792"/>
                </a:lnTo>
                <a:lnTo>
                  <a:pt x="1536547" y="52971"/>
                </a:lnTo>
                <a:lnTo>
                  <a:pt x="1548650" y="70942"/>
                </a:lnTo>
                <a:lnTo>
                  <a:pt x="1553095" y="92760"/>
                </a:lnTo>
                <a:lnTo>
                  <a:pt x="1553095" y="26162"/>
                </a:lnTo>
                <a:lnTo>
                  <a:pt x="1531277" y="11430"/>
                </a:lnTo>
                <a:lnTo>
                  <a:pt x="1496898" y="4521"/>
                </a:lnTo>
                <a:lnTo>
                  <a:pt x="1462557" y="11430"/>
                </a:lnTo>
                <a:lnTo>
                  <a:pt x="1434680" y="30302"/>
                </a:lnTo>
                <a:lnTo>
                  <a:pt x="1415973" y="58343"/>
                </a:lnTo>
                <a:lnTo>
                  <a:pt x="1409141" y="92760"/>
                </a:lnTo>
                <a:lnTo>
                  <a:pt x="1415973" y="127088"/>
                </a:lnTo>
                <a:lnTo>
                  <a:pt x="1434680" y="154952"/>
                </a:lnTo>
                <a:lnTo>
                  <a:pt x="1462557" y="173659"/>
                </a:lnTo>
                <a:lnTo>
                  <a:pt x="1496898" y="180505"/>
                </a:lnTo>
                <a:lnTo>
                  <a:pt x="1531277" y="173659"/>
                </a:lnTo>
                <a:lnTo>
                  <a:pt x="1559229" y="154952"/>
                </a:lnTo>
                <a:lnTo>
                  <a:pt x="1563433" y="148729"/>
                </a:lnTo>
                <a:lnTo>
                  <a:pt x="1578013" y="127088"/>
                </a:lnTo>
                <a:lnTo>
                  <a:pt x="1584883" y="92760"/>
                </a:lnTo>
                <a:close/>
              </a:path>
              <a:path w="3305175" h="181609">
                <a:moveTo>
                  <a:pt x="1946148" y="176390"/>
                </a:moveTo>
                <a:lnTo>
                  <a:pt x="1945398" y="172847"/>
                </a:lnTo>
                <a:lnTo>
                  <a:pt x="1925218" y="62674"/>
                </a:lnTo>
                <a:lnTo>
                  <a:pt x="1914436" y="3784"/>
                </a:lnTo>
                <a:lnTo>
                  <a:pt x="1913915" y="1803"/>
                </a:lnTo>
                <a:lnTo>
                  <a:pt x="1911934" y="0"/>
                </a:lnTo>
                <a:lnTo>
                  <a:pt x="1904149" y="0"/>
                </a:lnTo>
                <a:lnTo>
                  <a:pt x="1902117" y="1282"/>
                </a:lnTo>
                <a:lnTo>
                  <a:pt x="1901609" y="2794"/>
                </a:lnTo>
                <a:lnTo>
                  <a:pt x="1849297" y="131343"/>
                </a:lnTo>
                <a:lnTo>
                  <a:pt x="1848256" y="131343"/>
                </a:lnTo>
                <a:lnTo>
                  <a:pt x="1820176" y="62674"/>
                </a:lnTo>
                <a:lnTo>
                  <a:pt x="1795691" y="2794"/>
                </a:lnTo>
                <a:lnTo>
                  <a:pt x="1795183" y="1282"/>
                </a:lnTo>
                <a:lnTo>
                  <a:pt x="1792909" y="0"/>
                </a:lnTo>
                <a:lnTo>
                  <a:pt x="1785378" y="0"/>
                </a:lnTo>
                <a:lnTo>
                  <a:pt x="1783359" y="1803"/>
                </a:lnTo>
                <a:lnTo>
                  <a:pt x="1782838" y="3784"/>
                </a:lnTo>
                <a:lnTo>
                  <a:pt x="1751647" y="172847"/>
                </a:lnTo>
                <a:lnTo>
                  <a:pt x="1751139" y="176390"/>
                </a:lnTo>
                <a:lnTo>
                  <a:pt x="1752917" y="178638"/>
                </a:lnTo>
                <a:lnTo>
                  <a:pt x="1774786" y="178638"/>
                </a:lnTo>
                <a:lnTo>
                  <a:pt x="1777060" y="176898"/>
                </a:lnTo>
                <a:lnTo>
                  <a:pt x="1777301" y="175107"/>
                </a:lnTo>
                <a:lnTo>
                  <a:pt x="1795424" y="62674"/>
                </a:lnTo>
                <a:lnTo>
                  <a:pt x="1796453" y="62674"/>
                </a:lnTo>
                <a:lnTo>
                  <a:pt x="1841995" y="178396"/>
                </a:lnTo>
                <a:lnTo>
                  <a:pt x="1842477" y="179882"/>
                </a:lnTo>
                <a:lnTo>
                  <a:pt x="1844243" y="181152"/>
                </a:lnTo>
                <a:lnTo>
                  <a:pt x="1853044" y="181152"/>
                </a:lnTo>
                <a:lnTo>
                  <a:pt x="1854530" y="179882"/>
                </a:lnTo>
                <a:lnTo>
                  <a:pt x="1855050" y="178396"/>
                </a:lnTo>
                <a:lnTo>
                  <a:pt x="1873465" y="131343"/>
                </a:lnTo>
                <a:lnTo>
                  <a:pt x="1900351" y="62674"/>
                </a:lnTo>
                <a:lnTo>
                  <a:pt x="1901088" y="62674"/>
                </a:lnTo>
                <a:lnTo>
                  <a:pt x="1919719" y="175107"/>
                </a:lnTo>
                <a:lnTo>
                  <a:pt x="1920227" y="176898"/>
                </a:lnTo>
                <a:lnTo>
                  <a:pt x="1922233" y="178638"/>
                </a:lnTo>
                <a:lnTo>
                  <a:pt x="1944408" y="178638"/>
                </a:lnTo>
                <a:lnTo>
                  <a:pt x="1946148" y="176390"/>
                </a:lnTo>
                <a:close/>
              </a:path>
              <a:path w="3305175" h="181609">
                <a:moveTo>
                  <a:pt x="2008543" y="4813"/>
                </a:moveTo>
                <a:lnTo>
                  <a:pt x="2006295" y="2552"/>
                </a:lnTo>
                <a:lnTo>
                  <a:pt x="1984667" y="2552"/>
                </a:lnTo>
                <a:lnTo>
                  <a:pt x="1982368" y="4813"/>
                </a:lnTo>
                <a:lnTo>
                  <a:pt x="1982368" y="176390"/>
                </a:lnTo>
                <a:lnTo>
                  <a:pt x="1984667" y="178638"/>
                </a:lnTo>
                <a:lnTo>
                  <a:pt x="2006295" y="178638"/>
                </a:lnTo>
                <a:lnTo>
                  <a:pt x="2008543" y="176390"/>
                </a:lnTo>
                <a:lnTo>
                  <a:pt x="2008543" y="4813"/>
                </a:lnTo>
                <a:close/>
              </a:path>
              <a:path w="3305175" h="181609">
                <a:moveTo>
                  <a:pt x="2156498" y="157543"/>
                </a:moveTo>
                <a:lnTo>
                  <a:pt x="2154466" y="155270"/>
                </a:lnTo>
                <a:lnTo>
                  <a:pt x="2083562" y="155270"/>
                </a:lnTo>
                <a:lnTo>
                  <a:pt x="2083562" y="4813"/>
                </a:lnTo>
                <a:lnTo>
                  <a:pt x="2081263" y="2552"/>
                </a:lnTo>
                <a:lnTo>
                  <a:pt x="2059381" y="2552"/>
                </a:lnTo>
                <a:lnTo>
                  <a:pt x="2057349" y="4813"/>
                </a:lnTo>
                <a:lnTo>
                  <a:pt x="2057349" y="176390"/>
                </a:lnTo>
                <a:lnTo>
                  <a:pt x="2059381" y="178638"/>
                </a:lnTo>
                <a:lnTo>
                  <a:pt x="2154466" y="178638"/>
                </a:lnTo>
                <a:lnTo>
                  <a:pt x="2156498" y="176390"/>
                </a:lnTo>
                <a:lnTo>
                  <a:pt x="2156498" y="157543"/>
                </a:lnTo>
                <a:close/>
              </a:path>
              <a:path w="3305175" h="181609">
                <a:moveTo>
                  <a:pt x="2338425" y="175348"/>
                </a:moveTo>
                <a:lnTo>
                  <a:pt x="2336901" y="172123"/>
                </a:lnTo>
                <a:lnTo>
                  <a:pt x="2322525" y="140411"/>
                </a:lnTo>
                <a:lnTo>
                  <a:pt x="2312708" y="118757"/>
                </a:lnTo>
                <a:lnTo>
                  <a:pt x="2285796" y="59397"/>
                </a:lnTo>
                <a:lnTo>
                  <a:pt x="2285796" y="118757"/>
                </a:lnTo>
                <a:lnTo>
                  <a:pt x="2222931" y="118757"/>
                </a:lnTo>
                <a:lnTo>
                  <a:pt x="2253602" y="49834"/>
                </a:lnTo>
                <a:lnTo>
                  <a:pt x="2254885" y="49834"/>
                </a:lnTo>
                <a:lnTo>
                  <a:pt x="2285796" y="118757"/>
                </a:lnTo>
                <a:lnTo>
                  <a:pt x="2285796" y="59397"/>
                </a:lnTo>
                <a:lnTo>
                  <a:pt x="2281466" y="49834"/>
                </a:lnTo>
                <a:lnTo>
                  <a:pt x="2260155" y="2794"/>
                </a:lnTo>
                <a:lnTo>
                  <a:pt x="2259419" y="1282"/>
                </a:lnTo>
                <a:lnTo>
                  <a:pt x="2257145" y="0"/>
                </a:lnTo>
                <a:lnTo>
                  <a:pt x="2252116" y="0"/>
                </a:lnTo>
                <a:lnTo>
                  <a:pt x="2249830" y="1282"/>
                </a:lnTo>
                <a:lnTo>
                  <a:pt x="2249093" y="2794"/>
                </a:lnTo>
                <a:lnTo>
                  <a:pt x="2170341" y="175348"/>
                </a:lnTo>
                <a:lnTo>
                  <a:pt x="2172347" y="178638"/>
                </a:lnTo>
                <a:lnTo>
                  <a:pt x="2194991" y="178638"/>
                </a:lnTo>
                <a:lnTo>
                  <a:pt x="2197011" y="176657"/>
                </a:lnTo>
                <a:lnTo>
                  <a:pt x="2197760" y="174904"/>
                </a:lnTo>
                <a:lnTo>
                  <a:pt x="2201557" y="166230"/>
                </a:lnTo>
                <a:lnTo>
                  <a:pt x="2209279" y="149034"/>
                </a:lnTo>
                <a:lnTo>
                  <a:pt x="2213102" y="140411"/>
                </a:lnTo>
                <a:lnTo>
                  <a:pt x="2295372" y="140411"/>
                </a:lnTo>
                <a:lnTo>
                  <a:pt x="2310981" y="174904"/>
                </a:lnTo>
                <a:lnTo>
                  <a:pt x="2311997" y="177114"/>
                </a:lnTo>
                <a:lnTo>
                  <a:pt x="2313775" y="178638"/>
                </a:lnTo>
                <a:lnTo>
                  <a:pt x="2336406" y="178638"/>
                </a:lnTo>
                <a:lnTo>
                  <a:pt x="2338425" y="175348"/>
                </a:lnTo>
                <a:close/>
              </a:path>
              <a:path w="3305175" h="181609">
                <a:moveTo>
                  <a:pt x="2508250" y="4813"/>
                </a:moveTo>
                <a:lnTo>
                  <a:pt x="2505976" y="2552"/>
                </a:lnTo>
                <a:lnTo>
                  <a:pt x="2484602" y="2552"/>
                </a:lnTo>
                <a:lnTo>
                  <a:pt x="2482570" y="4813"/>
                </a:lnTo>
                <a:lnTo>
                  <a:pt x="2482570" y="126301"/>
                </a:lnTo>
                <a:lnTo>
                  <a:pt x="2482329" y="126301"/>
                </a:lnTo>
                <a:lnTo>
                  <a:pt x="2417508" y="51346"/>
                </a:lnTo>
                <a:lnTo>
                  <a:pt x="2373122" y="0"/>
                </a:lnTo>
                <a:lnTo>
                  <a:pt x="2364321" y="0"/>
                </a:lnTo>
                <a:lnTo>
                  <a:pt x="2362060" y="2032"/>
                </a:lnTo>
                <a:lnTo>
                  <a:pt x="2362060" y="176390"/>
                </a:lnTo>
                <a:lnTo>
                  <a:pt x="2364321" y="178638"/>
                </a:lnTo>
                <a:lnTo>
                  <a:pt x="2385428" y="178638"/>
                </a:lnTo>
                <a:lnTo>
                  <a:pt x="2387460" y="176390"/>
                </a:lnTo>
                <a:lnTo>
                  <a:pt x="2387460" y="51346"/>
                </a:lnTo>
                <a:lnTo>
                  <a:pt x="2387727" y="51346"/>
                </a:lnTo>
                <a:lnTo>
                  <a:pt x="2496921" y="181152"/>
                </a:lnTo>
                <a:lnTo>
                  <a:pt x="2505976" y="181152"/>
                </a:lnTo>
                <a:lnTo>
                  <a:pt x="2508250" y="179158"/>
                </a:lnTo>
                <a:lnTo>
                  <a:pt x="2508250" y="126301"/>
                </a:lnTo>
                <a:lnTo>
                  <a:pt x="2508250" y="4813"/>
                </a:lnTo>
                <a:close/>
              </a:path>
              <a:path w="3305175" h="181609">
                <a:moveTo>
                  <a:pt x="2725140" y="90855"/>
                </a:moveTo>
                <a:lnTo>
                  <a:pt x="2718054" y="55435"/>
                </a:lnTo>
                <a:lnTo>
                  <a:pt x="2699969" y="28435"/>
                </a:lnTo>
                <a:lnTo>
                  <a:pt x="2699969" y="90855"/>
                </a:lnTo>
                <a:lnTo>
                  <a:pt x="2694800" y="116192"/>
                </a:lnTo>
                <a:lnTo>
                  <a:pt x="2680741" y="136906"/>
                </a:lnTo>
                <a:lnTo>
                  <a:pt x="2659938" y="150901"/>
                </a:lnTo>
                <a:lnTo>
                  <a:pt x="2634538" y="156032"/>
                </a:lnTo>
                <a:lnTo>
                  <a:pt x="2609278" y="150901"/>
                </a:lnTo>
                <a:lnTo>
                  <a:pt x="2588564" y="136906"/>
                </a:lnTo>
                <a:lnTo>
                  <a:pt x="2574544" y="116192"/>
                </a:lnTo>
                <a:lnTo>
                  <a:pt x="2569387" y="90855"/>
                </a:lnTo>
                <a:lnTo>
                  <a:pt x="2574544" y="65519"/>
                </a:lnTo>
                <a:lnTo>
                  <a:pt x="2588564" y="44627"/>
                </a:lnTo>
                <a:lnTo>
                  <a:pt x="2609278" y="30441"/>
                </a:lnTo>
                <a:lnTo>
                  <a:pt x="2634538" y="25209"/>
                </a:lnTo>
                <a:lnTo>
                  <a:pt x="2659938" y="30441"/>
                </a:lnTo>
                <a:lnTo>
                  <a:pt x="2680741" y="44627"/>
                </a:lnTo>
                <a:lnTo>
                  <a:pt x="2694800" y="65519"/>
                </a:lnTo>
                <a:lnTo>
                  <a:pt x="2699969" y="90855"/>
                </a:lnTo>
                <a:lnTo>
                  <a:pt x="2699969" y="28435"/>
                </a:lnTo>
                <a:lnTo>
                  <a:pt x="2698712" y="26555"/>
                </a:lnTo>
                <a:lnTo>
                  <a:pt x="2696705" y="25209"/>
                </a:lnTo>
                <a:lnTo>
                  <a:pt x="2669933" y="7112"/>
                </a:lnTo>
                <a:lnTo>
                  <a:pt x="2634538" y="0"/>
                </a:lnTo>
                <a:lnTo>
                  <a:pt x="2599194" y="7112"/>
                </a:lnTo>
                <a:lnTo>
                  <a:pt x="2570518" y="26555"/>
                </a:lnTo>
                <a:lnTo>
                  <a:pt x="2551265" y="55435"/>
                </a:lnTo>
                <a:lnTo>
                  <a:pt x="2544229" y="90855"/>
                </a:lnTo>
                <a:lnTo>
                  <a:pt x="2551265" y="126187"/>
                </a:lnTo>
                <a:lnTo>
                  <a:pt x="2570518" y="154863"/>
                </a:lnTo>
                <a:lnTo>
                  <a:pt x="2599194" y="174117"/>
                </a:lnTo>
                <a:lnTo>
                  <a:pt x="2634538" y="181152"/>
                </a:lnTo>
                <a:lnTo>
                  <a:pt x="2669933" y="174117"/>
                </a:lnTo>
                <a:lnTo>
                  <a:pt x="2696984" y="156032"/>
                </a:lnTo>
                <a:lnTo>
                  <a:pt x="2698712" y="154863"/>
                </a:lnTo>
                <a:lnTo>
                  <a:pt x="2718054" y="126187"/>
                </a:lnTo>
                <a:lnTo>
                  <a:pt x="2725140" y="90855"/>
                </a:lnTo>
                <a:close/>
              </a:path>
              <a:path w="3305175" h="181609">
                <a:moveTo>
                  <a:pt x="2891002" y="160489"/>
                </a:moveTo>
                <a:lnTo>
                  <a:pt x="2888970" y="158508"/>
                </a:lnTo>
                <a:lnTo>
                  <a:pt x="2858528" y="158508"/>
                </a:lnTo>
                <a:lnTo>
                  <a:pt x="2858528" y="46062"/>
                </a:lnTo>
                <a:lnTo>
                  <a:pt x="2858528" y="9855"/>
                </a:lnTo>
                <a:lnTo>
                  <a:pt x="2856509" y="7594"/>
                </a:lnTo>
                <a:lnTo>
                  <a:pt x="2841663" y="7594"/>
                </a:lnTo>
                <a:lnTo>
                  <a:pt x="2804198" y="41541"/>
                </a:lnTo>
                <a:lnTo>
                  <a:pt x="2803169" y="42532"/>
                </a:lnTo>
                <a:lnTo>
                  <a:pt x="2802674" y="44564"/>
                </a:lnTo>
                <a:lnTo>
                  <a:pt x="2803423" y="46570"/>
                </a:lnTo>
                <a:lnTo>
                  <a:pt x="2806458" y="55359"/>
                </a:lnTo>
                <a:lnTo>
                  <a:pt x="2807220" y="57619"/>
                </a:lnTo>
                <a:lnTo>
                  <a:pt x="2809710" y="58140"/>
                </a:lnTo>
                <a:lnTo>
                  <a:pt x="2811983" y="57150"/>
                </a:lnTo>
                <a:lnTo>
                  <a:pt x="2833865" y="46062"/>
                </a:lnTo>
                <a:lnTo>
                  <a:pt x="2833865" y="158508"/>
                </a:lnTo>
                <a:lnTo>
                  <a:pt x="2795867" y="158508"/>
                </a:lnTo>
                <a:lnTo>
                  <a:pt x="2793873" y="160489"/>
                </a:lnTo>
                <a:lnTo>
                  <a:pt x="2793873" y="176657"/>
                </a:lnTo>
                <a:lnTo>
                  <a:pt x="2795867" y="178638"/>
                </a:lnTo>
                <a:lnTo>
                  <a:pt x="2888970" y="178638"/>
                </a:lnTo>
                <a:lnTo>
                  <a:pt x="2891002" y="176657"/>
                </a:lnTo>
                <a:lnTo>
                  <a:pt x="2891002" y="160489"/>
                </a:lnTo>
                <a:close/>
              </a:path>
              <a:path w="3305175" h="181609">
                <a:moveTo>
                  <a:pt x="3035655" y="132829"/>
                </a:moveTo>
                <a:lnTo>
                  <a:pt x="3032518" y="117894"/>
                </a:lnTo>
                <a:lnTo>
                  <a:pt x="3024771" y="105714"/>
                </a:lnTo>
                <a:lnTo>
                  <a:pt x="3021965" y="103136"/>
                </a:lnTo>
                <a:lnTo>
                  <a:pt x="3014853" y="96596"/>
                </a:lnTo>
                <a:lnTo>
                  <a:pt x="3009481" y="93395"/>
                </a:lnTo>
                <a:lnTo>
                  <a:pt x="3009481" y="133375"/>
                </a:lnTo>
                <a:lnTo>
                  <a:pt x="3006953" y="144754"/>
                </a:lnTo>
                <a:lnTo>
                  <a:pt x="3000070" y="153390"/>
                </a:lnTo>
                <a:lnTo>
                  <a:pt x="2989846" y="158851"/>
                </a:lnTo>
                <a:lnTo>
                  <a:pt x="2977286" y="160769"/>
                </a:lnTo>
                <a:lnTo>
                  <a:pt x="2965323" y="158813"/>
                </a:lnTo>
                <a:lnTo>
                  <a:pt x="2955213" y="153289"/>
                </a:lnTo>
                <a:lnTo>
                  <a:pt x="2948216" y="144653"/>
                </a:lnTo>
                <a:lnTo>
                  <a:pt x="2945612" y="133375"/>
                </a:lnTo>
                <a:lnTo>
                  <a:pt x="2947720" y="123431"/>
                </a:lnTo>
                <a:lnTo>
                  <a:pt x="2953918" y="114363"/>
                </a:lnTo>
                <a:lnTo>
                  <a:pt x="2963926" y="107251"/>
                </a:lnTo>
                <a:lnTo>
                  <a:pt x="2977527" y="103136"/>
                </a:lnTo>
                <a:lnTo>
                  <a:pt x="2991116" y="107251"/>
                </a:lnTo>
                <a:lnTo>
                  <a:pt x="3001137" y="114363"/>
                </a:lnTo>
                <a:lnTo>
                  <a:pt x="3007347" y="123431"/>
                </a:lnTo>
                <a:lnTo>
                  <a:pt x="3009481" y="133375"/>
                </a:lnTo>
                <a:lnTo>
                  <a:pt x="3009481" y="93395"/>
                </a:lnTo>
                <a:lnTo>
                  <a:pt x="3005226" y="90855"/>
                </a:lnTo>
                <a:lnTo>
                  <a:pt x="3005226" y="89852"/>
                </a:lnTo>
                <a:lnTo>
                  <a:pt x="3013824" y="84175"/>
                </a:lnTo>
                <a:lnTo>
                  <a:pt x="3018917" y="79019"/>
                </a:lnTo>
                <a:lnTo>
                  <a:pt x="3022231" y="75653"/>
                </a:lnTo>
                <a:lnTo>
                  <a:pt x="3028607" y="64541"/>
                </a:lnTo>
                <a:lnTo>
                  <a:pt x="3031147" y="51104"/>
                </a:lnTo>
                <a:lnTo>
                  <a:pt x="3027083" y="32219"/>
                </a:lnTo>
                <a:lnTo>
                  <a:pt x="3022003" y="25679"/>
                </a:lnTo>
                <a:lnTo>
                  <a:pt x="3015818" y="17691"/>
                </a:lnTo>
                <a:lnTo>
                  <a:pt x="3005734" y="12179"/>
                </a:lnTo>
                <a:lnTo>
                  <a:pt x="3005734" y="52095"/>
                </a:lnTo>
                <a:lnTo>
                  <a:pt x="3004045" y="61544"/>
                </a:lnTo>
                <a:lnTo>
                  <a:pt x="2998901" y="69519"/>
                </a:lnTo>
                <a:lnTo>
                  <a:pt x="2990113" y="75526"/>
                </a:lnTo>
                <a:lnTo>
                  <a:pt x="2977527" y="79019"/>
                </a:lnTo>
                <a:lnTo>
                  <a:pt x="2964853" y="75438"/>
                </a:lnTo>
                <a:lnTo>
                  <a:pt x="2956077" y="69507"/>
                </a:lnTo>
                <a:lnTo>
                  <a:pt x="2950984" y="61607"/>
                </a:lnTo>
                <a:lnTo>
                  <a:pt x="2949346" y="52095"/>
                </a:lnTo>
                <a:lnTo>
                  <a:pt x="2951505" y="41490"/>
                </a:lnTo>
                <a:lnTo>
                  <a:pt x="2957398" y="33134"/>
                </a:lnTo>
                <a:lnTo>
                  <a:pt x="2966123" y="27647"/>
                </a:lnTo>
                <a:lnTo>
                  <a:pt x="2976765" y="25679"/>
                </a:lnTo>
                <a:lnTo>
                  <a:pt x="2988297" y="27647"/>
                </a:lnTo>
                <a:lnTo>
                  <a:pt x="2997479" y="33134"/>
                </a:lnTo>
                <a:lnTo>
                  <a:pt x="3003537" y="41490"/>
                </a:lnTo>
                <a:lnTo>
                  <a:pt x="3005734" y="52095"/>
                </a:lnTo>
                <a:lnTo>
                  <a:pt x="3005734" y="12179"/>
                </a:lnTo>
                <a:lnTo>
                  <a:pt x="2998749" y="8356"/>
                </a:lnTo>
                <a:lnTo>
                  <a:pt x="2977286" y="5054"/>
                </a:lnTo>
                <a:lnTo>
                  <a:pt x="2956204" y="8356"/>
                </a:lnTo>
                <a:lnTo>
                  <a:pt x="2939275" y="17691"/>
                </a:lnTo>
                <a:lnTo>
                  <a:pt x="2928023" y="32219"/>
                </a:lnTo>
                <a:lnTo>
                  <a:pt x="2923946" y="51104"/>
                </a:lnTo>
                <a:lnTo>
                  <a:pt x="2926473" y="64693"/>
                </a:lnTo>
                <a:lnTo>
                  <a:pt x="2932849" y="75882"/>
                </a:lnTo>
                <a:lnTo>
                  <a:pt x="2941243" y="84429"/>
                </a:lnTo>
                <a:lnTo>
                  <a:pt x="2949867" y="90093"/>
                </a:lnTo>
                <a:lnTo>
                  <a:pt x="2949867" y="90855"/>
                </a:lnTo>
                <a:lnTo>
                  <a:pt x="2941180" y="96139"/>
                </a:lnTo>
                <a:lnTo>
                  <a:pt x="2931147" y="105257"/>
                </a:lnTo>
                <a:lnTo>
                  <a:pt x="2922854" y="117652"/>
                </a:lnTo>
                <a:lnTo>
                  <a:pt x="2919412" y="132829"/>
                </a:lnTo>
                <a:lnTo>
                  <a:pt x="2923463" y="151942"/>
                </a:lnTo>
                <a:lnTo>
                  <a:pt x="2935020" y="167271"/>
                </a:lnTo>
                <a:lnTo>
                  <a:pt x="2953181" y="177457"/>
                </a:lnTo>
                <a:lnTo>
                  <a:pt x="2977045" y="181152"/>
                </a:lnTo>
                <a:lnTo>
                  <a:pt x="3001568" y="177457"/>
                </a:lnTo>
                <a:lnTo>
                  <a:pt x="3020009" y="167271"/>
                </a:lnTo>
                <a:lnTo>
                  <a:pt x="3024936" y="160769"/>
                </a:lnTo>
                <a:lnTo>
                  <a:pt x="3031617" y="151942"/>
                </a:lnTo>
                <a:lnTo>
                  <a:pt x="3035655" y="132829"/>
                </a:lnTo>
                <a:close/>
              </a:path>
              <a:path w="3305175" h="181609">
                <a:moveTo>
                  <a:pt x="3177070" y="123532"/>
                </a:moveTo>
                <a:lnTo>
                  <a:pt x="3172599" y="100368"/>
                </a:lnTo>
                <a:lnTo>
                  <a:pt x="3165170" y="89611"/>
                </a:lnTo>
                <a:lnTo>
                  <a:pt x="3160776" y="83235"/>
                </a:lnTo>
                <a:lnTo>
                  <a:pt x="3153905" y="78905"/>
                </a:lnTo>
                <a:lnTo>
                  <a:pt x="3153905" y="123799"/>
                </a:lnTo>
                <a:lnTo>
                  <a:pt x="3151327" y="137185"/>
                </a:lnTo>
                <a:lnTo>
                  <a:pt x="3144278" y="148221"/>
                </a:lnTo>
                <a:lnTo>
                  <a:pt x="3133750" y="155740"/>
                </a:lnTo>
                <a:lnTo>
                  <a:pt x="3120720" y="158508"/>
                </a:lnTo>
                <a:lnTo>
                  <a:pt x="3103422" y="153695"/>
                </a:lnTo>
                <a:lnTo>
                  <a:pt x="3092297" y="141541"/>
                </a:lnTo>
                <a:lnTo>
                  <a:pt x="3086709" y="125425"/>
                </a:lnTo>
                <a:lnTo>
                  <a:pt x="3085985" y="108737"/>
                </a:lnTo>
                <a:lnTo>
                  <a:pt x="3089211" y="103809"/>
                </a:lnTo>
                <a:lnTo>
                  <a:pt x="3096323" y="97459"/>
                </a:lnTo>
                <a:lnTo>
                  <a:pt x="3106890" y="91948"/>
                </a:lnTo>
                <a:lnTo>
                  <a:pt x="3120479" y="89611"/>
                </a:lnTo>
                <a:lnTo>
                  <a:pt x="3133547" y="92290"/>
                </a:lnTo>
                <a:lnTo>
                  <a:pt x="3144164" y="99618"/>
                </a:lnTo>
                <a:lnTo>
                  <a:pt x="3151289" y="110490"/>
                </a:lnTo>
                <a:lnTo>
                  <a:pt x="3153905" y="123799"/>
                </a:lnTo>
                <a:lnTo>
                  <a:pt x="3153905" y="78905"/>
                </a:lnTo>
                <a:lnTo>
                  <a:pt x="3152889" y="78257"/>
                </a:lnTo>
                <a:lnTo>
                  <a:pt x="3143948" y="72605"/>
                </a:lnTo>
                <a:lnTo>
                  <a:pt x="3124492" y="68961"/>
                </a:lnTo>
                <a:lnTo>
                  <a:pt x="3112414" y="70231"/>
                </a:lnTo>
                <a:lnTo>
                  <a:pt x="3102165" y="73139"/>
                </a:lnTo>
                <a:lnTo>
                  <a:pt x="3094698" y="76276"/>
                </a:lnTo>
                <a:lnTo>
                  <a:pt x="3090989" y="78257"/>
                </a:lnTo>
                <a:lnTo>
                  <a:pt x="3102241" y="57048"/>
                </a:lnTo>
                <a:lnTo>
                  <a:pt x="3119729" y="40271"/>
                </a:lnTo>
                <a:lnTo>
                  <a:pt x="3137814" y="28587"/>
                </a:lnTo>
                <a:lnTo>
                  <a:pt x="3150882" y="22656"/>
                </a:lnTo>
                <a:lnTo>
                  <a:pt x="3155708" y="21145"/>
                </a:lnTo>
                <a:lnTo>
                  <a:pt x="3156686" y="18364"/>
                </a:lnTo>
                <a:lnTo>
                  <a:pt x="3155416" y="15379"/>
                </a:lnTo>
                <a:lnTo>
                  <a:pt x="3151162" y="5054"/>
                </a:lnTo>
                <a:lnTo>
                  <a:pt x="3150133" y="2273"/>
                </a:lnTo>
                <a:lnTo>
                  <a:pt x="3147872" y="1041"/>
                </a:lnTo>
                <a:lnTo>
                  <a:pt x="3094532" y="33362"/>
                </a:lnTo>
                <a:lnTo>
                  <a:pt x="3071330" y="65354"/>
                </a:lnTo>
                <a:lnTo>
                  <a:pt x="3061576" y="110680"/>
                </a:lnTo>
                <a:lnTo>
                  <a:pt x="3065183" y="138036"/>
                </a:lnTo>
                <a:lnTo>
                  <a:pt x="3076156" y="160451"/>
                </a:lnTo>
                <a:lnTo>
                  <a:pt x="3094685" y="175590"/>
                </a:lnTo>
                <a:lnTo>
                  <a:pt x="3120961" y="181152"/>
                </a:lnTo>
                <a:lnTo>
                  <a:pt x="3142564" y="176606"/>
                </a:lnTo>
                <a:lnTo>
                  <a:pt x="3160420" y="164236"/>
                </a:lnTo>
                <a:lnTo>
                  <a:pt x="3164230" y="158508"/>
                </a:lnTo>
                <a:lnTo>
                  <a:pt x="3172574" y="145923"/>
                </a:lnTo>
                <a:lnTo>
                  <a:pt x="3177070" y="123532"/>
                </a:lnTo>
                <a:close/>
              </a:path>
              <a:path w="3305175" h="181609">
                <a:moveTo>
                  <a:pt x="3304654" y="133096"/>
                </a:moveTo>
                <a:lnTo>
                  <a:pt x="3301555" y="118135"/>
                </a:lnTo>
                <a:lnTo>
                  <a:pt x="3293846" y="105981"/>
                </a:lnTo>
                <a:lnTo>
                  <a:pt x="3283928" y="96951"/>
                </a:lnTo>
                <a:lnTo>
                  <a:pt x="3274174" y="91363"/>
                </a:lnTo>
                <a:lnTo>
                  <a:pt x="3274174" y="90614"/>
                </a:lnTo>
                <a:lnTo>
                  <a:pt x="3283000" y="84924"/>
                </a:lnTo>
                <a:lnTo>
                  <a:pt x="3291382" y="76136"/>
                </a:lnTo>
                <a:lnTo>
                  <a:pt x="3297656" y="64693"/>
                </a:lnTo>
                <a:lnTo>
                  <a:pt x="3300120" y="51104"/>
                </a:lnTo>
                <a:lnTo>
                  <a:pt x="3295980" y="32004"/>
                </a:lnTo>
                <a:lnTo>
                  <a:pt x="3292462" y="27457"/>
                </a:lnTo>
                <a:lnTo>
                  <a:pt x="3284753" y="17513"/>
                </a:lnTo>
                <a:lnTo>
                  <a:pt x="3268040" y="8280"/>
                </a:lnTo>
                <a:lnTo>
                  <a:pt x="3247504" y="5054"/>
                </a:lnTo>
                <a:lnTo>
                  <a:pt x="3228670" y="8509"/>
                </a:lnTo>
                <a:lnTo>
                  <a:pt x="3213951" y="16116"/>
                </a:lnTo>
                <a:lnTo>
                  <a:pt x="3204375" y="23723"/>
                </a:lnTo>
                <a:lnTo>
                  <a:pt x="3199206" y="28981"/>
                </a:lnTo>
                <a:lnTo>
                  <a:pt x="3198965" y="32004"/>
                </a:lnTo>
                <a:lnTo>
                  <a:pt x="3200958" y="33756"/>
                </a:lnTo>
                <a:lnTo>
                  <a:pt x="3210255" y="42049"/>
                </a:lnTo>
                <a:lnTo>
                  <a:pt x="3212541" y="44043"/>
                </a:lnTo>
                <a:lnTo>
                  <a:pt x="3215309" y="43561"/>
                </a:lnTo>
                <a:lnTo>
                  <a:pt x="3216808" y="41541"/>
                </a:lnTo>
                <a:lnTo>
                  <a:pt x="3221367" y="37007"/>
                </a:lnTo>
                <a:lnTo>
                  <a:pt x="3227628" y="32423"/>
                </a:lnTo>
                <a:lnTo>
                  <a:pt x="3235756" y="28879"/>
                </a:lnTo>
                <a:lnTo>
                  <a:pt x="3245993" y="27457"/>
                </a:lnTo>
                <a:lnTo>
                  <a:pt x="3256737" y="29362"/>
                </a:lnTo>
                <a:lnTo>
                  <a:pt x="3265894" y="34836"/>
                </a:lnTo>
                <a:lnTo>
                  <a:pt x="3272282" y="43472"/>
                </a:lnTo>
                <a:lnTo>
                  <a:pt x="3274682" y="54876"/>
                </a:lnTo>
                <a:lnTo>
                  <a:pt x="3272459" y="65328"/>
                </a:lnTo>
                <a:lnTo>
                  <a:pt x="3265817" y="73888"/>
                </a:lnTo>
                <a:lnTo>
                  <a:pt x="3254743" y="79667"/>
                </a:lnTo>
                <a:lnTo>
                  <a:pt x="3239236" y="81788"/>
                </a:lnTo>
                <a:lnTo>
                  <a:pt x="3221583" y="81788"/>
                </a:lnTo>
                <a:lnTo>
                  <a:pt x="3220097" y="83299"/>
                </a:lnTo>
                <a:lnTo>
                  <a:pt x="3220097" y="101384"/>
                </a:lnTo>
                <a:lnTo>
                  <a:pt x="3222104" y="103136"/>
                </a:lnTo>
                <a:lnTo>
                  <a:pt x="3238957" y="103136"/>
                </a:lnTo>
                <a:lnTo>
                  <a:pt x="3256534" y="105613"/>
                </a:lnTo>
                <a:lnTo>
                  <a:pt x="3268942" y="112204"/>
                </a:lnTo>
                <a:lnTo>
                  <a:pt x="3276295" y="121627"/>
                </a:lnTo>
                <a:lnTo>
                  <a:pt x="3278733" y="132588"/>
                </a:lnTo>
                <a:lnTo>
                  <a:pt x="3276117" y="143929"/>
                </a:lnTo>
                <a:lnTo>
                  <a:pt x="3269132" y="152476"/>
                </a:lnTo>
                <a:lnTo>
                  <a:pt x="3259086" y="157861"/>
                </a:lnTo>
                <a:lnTo>
                  <a:pt x="3247263" y="159740"/>
                </a:lnTo>
                <a:lnTo>
                  <a:pt x="3234258" y="157594"/>
                </a:lnTo>
                <a:lnTo>
                  <a:pt x="3223730" y="152717"/>
                </a:lnTo>
                <a:lnTo>
                  <a:pt x="3216402" y="147447"/>
                </a:lnTo>
                <a:lnTo>
                  <a:pt x="3213036" y="144145"/>
                </a:lnTo>
                <a:lnTo>
                  <a:pt x="3211017" y="141884"/>
                </a:lnTo>
                <a:lnTo>
                  <a:pt x="3208744" y="141693"/>
                </a:lnTo>
                <a:lnTo>
                  <a:pt x="3206242" y="143637"/>
                </a:lnTo>
                <a:lnTo>
                  <a:pt x="3196425" y="152742"/>
                </a:lnTo>
                <a:lnTo>
                  <a:pt x="3194685" y="154241"/>
                </a:lnTo>
                <a:lnTo>
                  <a:pt x="3194685" y="156997"/>
                </a:lnTo>
                <a:lnTo>
                  <a:pt x="3196196" y="158750"/>
                </a:lnTo>
                <a:lnTo>
                  <a:pt x="3202190" y="165023"/>
                </a:lnTo>
                <a:lnTo>
                  <a:pt x="3212350" y="172415"/>
                </a:lnTo>
                <a:lnTo>
                  <a:pt x="3227324" y="178574"/>
                </a:lnTo>
                <a:lnTo>
                  <a:pt x="3247783" y="181152"/>
                </a:lnTo>
                <a:lnTo>
                  <a:pt x="3271316" y="177495"/>
                </a:lnTo>
                <a:lnTo>
                  <a:pt x="3289236" y="167386"/>
                </a:lnTo>
                <a:lnTo>
                  <a:pt x="3294964" y="159740"/>
                </a:lnTo>
                <a:lnTo>
                  <a:pt x="3300641" y="152158"/>
                </a:lnTo>
                <a:lnTo>
                  <a:pt x="3304654" y="133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F0945-3712-B90C-C55F-31520B05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FFFCE2-DB3E-49B7-6F11-D2B9B2D095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it-IT" spc="-5" dirty="0"/>
              <a:t>Attilio Frangi</a:t>
            </a:r>
            <a:endParaRPr lang="it-IT" spc="-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 object 19">
            <a:extLst>
              <a:ext uri="{FF2B5EF4-FFF2-40B4-BE49-F238E27FC236}">
                <a16:creationId xmlns:a16="http://schemas.microsoft.com/office/drawing/2014/main" id="{F4D3F3C3-6CC3-D31F-4CC6-AA8AF72AFF42}"/>
              </a:ext>
            </a:extLst>
          </p:cNvPr>
          <p:cNvSpPr/>
          <p:nvPr userDrawn="1"/>
        </p:nvSpPr>
        <p:spPr>
          <a:xfrm>
            <a:off x="0" y="6286500"/>
            <a:ext cx="12189460" cy="571500"/>
          </a:xfrm>
          <a:custGeom>
            <a:avLst/>
            <a:gdLst/>
            <a:ahLst/>
            <a:cxnLst/>
            <a:rect l="l" t="t" r="r" b="b"/>
            <a:pathLst>
              <a:path w="12189460" h="571500">
                <a:moveTo>
                  <a:pt x="12188952" y="0"/>
                </a:moveTo>
                <a:lnTo>
                  <a:pt x="0" y="0"/>
                </a:lnTo>
                <a:lnTo>
                  <a:pt x="0" y="571500"/>
                </a:lnTo>
                <a:lnTo>
                  <a:pt x="12188952" y="5715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6F8EA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bg object 20">
            <a:extLst>
              <a:ext uri="{FF2B5EF4-FFF2-40B4-BE49-F238E27FC236}">
                <a16:creationId xmlns:a16="http://schemas.microsoft.com/office/drawing/2014/main" id="{9AD7832A-A093-0539-F0B3-C6CF91028D16}"/>
              </a:ext>
            </a:extLst>
          </p:cNvPr>
          <p:cNvSpPr/>
          <p:nvPr userDrawn="1"/>
        </p:nvSpPr>
        <p:spPr>
          <a:xfrm>
            <a:off x="8448865" y="6472897"/>
            <a:ext cx="3305175" cy="181610"/>
          </a:xfrm>
          <a:custGeom>
            <a:avLst/>
            <a:gdLst/>
            <a:ahLst/>
            <a:cxnLst/>
            <a:rect l="l" t="t" r="r" b="b"/>
            <a:pathLst>
              <a:path w="3305175" h="181609">
                <a:moveTo>
                  <a:pt x="116840" y="60972"/>
                </a:moveTo>
                <a:lnTo>
                  <a:pt x="112509" y="40055"/>
                </a:lnTo>
                <a:lnTo>
                  <a:pt x="110439" y="37033"/>
                </a:lnTo>
                <a:lnTo>
                  <a:pt x="100736" y="22885"/>
                </a:lnTo>
                <a:lnTo>
                  <a:pt x="85331" y="12585"/>
                </a:lnTo>
                <a:lnTo>
                  <a:pt x="85331" y="60744"/>
                </a:lnTo>
                <a:lnTo>
                  <a:pt x="83324" y="70802"/>
                </a:lnTo>
                <a:lnTo>
                  <a:pt x="77863" y="78854"/>
                </a:lnTo>
                <a:lnTo>
                  <a:pt x="69850" y="84213"/>
                </a:lnTo>
                <a:lnTo>
                  <a:pt x="60134" y="86156"/>
                </a:lnTo>
                <a:lnTo>
                  <a:pt x="31788" y="86156"/>
                </a:lnTo>
                <a:lnTo>
                  <a:pt x="31788" y="37033"/>
                </a:lnTo>
                <a:lnTo>
                  <a:pt x="60134" y="37033"/>
                </a:lnTo>
                <a:lnTo>
                  <a:pt x="69850" y="38836"/>
                </a:lnTo>
                <a:lnTo>
                  <a:pt x="77863" y="43840"/>
                </a:lnTo>
                <a:lnTo>
                  <a:pt x="83324" y="51358"/>
                </a:lnTo>
                <a:lnTo>
                  <a:pt x="85331" y="60744"/>
                </a:lnTo>
                <a:lnTo>
                  <a:pt x="85331" y="12585"/>
                </a:lnTo>
                <a:lnTo>
                  <a:pt x="83337" y="11252"/>
                </a:lnTo>
                <a:lnTo>
                  <a:pt x="62103" y="6972"/>
                </a:lnTo>
                <a:lnTo>
                  <a:pt x="1968" y="6972"/>
                </a:lnTo>
                <a:lnTo>
                  <a:pt x="0" y="9169"/>
                </a:lnTo>
                <a:lnTo>
                  <a:pt x="0" y="175882"/>
                </a:lnTo>
                <a:lnTo>
                  <a:pt x="1968" y="178066"/>
                </a:lnTo>
                <a:lnTo>
                  <a:pt x="29578" y="178066"/>
                </a:lnTo>
                <a:lnTo>
                  <a:pt x="31788" y="175882"/>
                </a:lnTo>
                <a:lnTo>
                  <a:pt x="31788" y="115989"/>
                </a:lnTo>
                <a:lnTo>
                  <a:pt x="62331" y="115989"/>
                </a:lnTo>
                <a:lnTo>
                  <a:pt x="83426" y="111658"/>
                </a:lnTo>
                <a:lnTo>
                  <a:pt x="100774" y="99847"/>
                </a:lnTo>
                <a:lnTo>
                  <a:pt x="109969" y="86156"/>
                </a:lnTo>
                <a:lnTo>
                  <a:pt x="112522" y="82359"/>
                </a:lnTo>
                <a:lnTo>
                  <a:pt x="116840" y="60972"/>
                </a:lnTo>
                <a:close/>
              </a:path>
              <a:path w="3305175" h="181609">
                <a:moveTo>
                  <a:pt x="311175" y="92760"/>
                </a:moveTo>
                <a:lnTo>
                  <a:pt x="304304" y="58343"/>
                </a:lnTo>
                <a:lnTo>
                  <a:pt x="289534" y="36309"/>
                </a:lnTo>
                <a:lnTo>
                  <a:pt x="285508" y="30302"/>
                </a:lnTo>
                <a:lnTo>
                  <a:pt x="279387" y="26174"/>
                </a:lnTo>
                <a:lnTo>
                  <a:pt x="279387" y="92760"/>
                </a:lnTo>
                <a:lnTo>
                  <a:pt x="274942" y="114490"/>
                </a:lnTo>
                <a:lnTo>
                  <a:pt x="262839" y="132283"/>
                </a:lnTo>
                <a:lnTo>
                  <a:pt x="244957" y="144310"/>
                </a:lnTo>
                <a:lnTo>
                  <a:pt x="223177" y="148729"/>
                </a:lnTo>
                <a:lnTo>
                  <a:pt x="201434" y="144310"/>
                </a:lnTo>
                <a:lnTo>
                  <a:pt x="183642" y="132283"/>
                </a:lnTo>
                <a:lnTo>
                  <a:pt x="171615" y="114490"/>
                </a:lnTo>
                <a:lnTo>
                  <a:pt x="167195" y="92760"/>
                </a:lnTo>
                <a:lnTo>
                  <a:pt x="171615" y="70942"/>
                </a:lnTo>
                <a:lnTo>
                  <a:pt x="183642" y="52971"/>
                </a:lnTo>
                <a:lnTo>
                  <a:pt x="201434" y="40792"/>
                </a:lnTo>
                <a:lnTo>
                  <a:pt x="223177" y="36309"/>
                </a:lnTo>
                <a:lnTo>
                  <a:pt x="244957" y="40792"/>
                </a:lnTo>
                <a:lnTo>
                  <a:pt x="262839" y="52971"/>
                </a:lnTo>
                <a:lnTo>
                  <a:pt x="274942" y="70942"/>
                </a:lnTo>
                <a:lnTo>
                  <a:pt x="279387" y="92760"/>
                </a:lnTo>
                <a:lnTo>
                  <a:pt x="279387" y="26174"/>
                </a:lnTo>
                <a:lnTo>
                  <a:pt x="257556" y="11430"/>
                </a:lnTo>
                <a:lnTo>
                  <a:pt x="223177" y="4521"/>
                </a:lnTo>
                <a:lnTo>
                  <a:pt x="188836" y="11430"/>
                </a:lnTo>
                <a:lnTo>
                  <a:pt x="160959" y="30302"/>
                </a:lnTo>
                <a:lnTo>
                  <a:pt x="142252" y="58343"/>
                </a:lnTo>
                <a:lnTo>
                  <a:pt x="135420" y="92760"/>
                </a:lnTo>
                <a:lnTo>
                  <a:pt x="142252" y="127088"/>
                </a:lnTo>
                <a:lnTo>
                  <a:pt x="160959" y="154952"/>
                </a:lnTo>
                <a:lnTo>
                  <a:pt x="188836" y="173659"/>
                </a:lnTo>
                <a:lnTo>
                  <a:pt x="223177" y="180505"/>
                </a:lnTo>
                <a:lnTo>
                  <a:pt x="257556" y="173659"/>
                </a:lnTo>
                <a:lnTo>
                  <a:pt x="285508" y="154952"/>
                </a:lnTo>
                <a:lnTo>
                  <a:pt x="289712" y="148729"/>
                </a:lnTo>
                <a:lnTo>
                  <a:pt x="304304" y="127088"/>
                </a:lnTo>
                <a:lnTo>
                  <a:pt x="311175" y="92760"/>
                </a:lnTo>
                <a:close/>
              </a:path>
              <a:path w="3305175" h="181609">
                <a:moveTo>
                  <a:pt x="435584" y="150926"/>
                </a:moveTo>
                <a:lnTo>
                  <a:pt x="433628" y="148729"/>
                </a:lnTo>
                <a:lnTo>
                  <a:pt x="368617" y="148729"/>
                </a:lnTo>
                <a:lnTo>
                  <a:pt x="368617" y="9169"/>
                </a:lnTo>
                <a:lnTo>
                  <a:pt x="366407" y="6972"/>
                </a:lnTo>
                <a:lnTo>
                  <a:pt x="338797" y="6972"/>
                </a:lnTo>
                <a:lnTo>
                  <a:pt x="336829" y="9169"/>
                </a:lnTo>
                <a:lnTo>
                  <a:pt x="336829" y="175882"/>
                </a:lnTo>
                <a:lnTo>
                  <a:pt x="338797" y="178066"/>
                </a:lnTo>
                <a:lnTo>
                  <a:pt x="433628" y="178066"/>
                </a:lnTo>
                <a:lnTo>
                  <a:pt x="435584" y="175882"/>
                </a:lnTo>
                <a:lnTo>
                  <a:pt x="435584" y="150926"/>
                </a:lnTo>
                <a:close/>
              </a:path>
              <a:path w="3305175" h="181609">
                <a:moveTo>
                  <a:pt x="499630" y="9169"/>
                </a:moveTo>
                <a:lnTo>
                  <a:pt x="497420" y="6972"/>
                </a:lnTo>
                <a:lnTo>
                  <a:pt x="469811" y="6972"/>
                </a:lnTo>
                <a:lnTo>
                  <a:pt x="467601" y="9169"/>
                </a:lnTo>
                <a:lnTo>
                  <a:pt x="467601" y="175882"/>
                </a:lnTo>
                <a:lnTo>
                  <a:pt x="469811" y="178066"/>
                </a:lnTo>
                <a:lnTo>
                  <a:pt x="497420" y="178066"/>
                </a:lnTo>
                <a:lnTo>
                  <a:pt x="499630" y="175882"/>
                </a:lnTo>
                <a:lnTo>
                  <a:pt x="499630" y="9169"/>
                </a:lnTo>
                <a:close/>
              </a:path>
              <a:path w="3305175" h="181609">
                <a:moveTo>
                  <a:pt x="646518" y="9169"/>
                </a:moveTo>
                <a:lnTo>
                  <a:pt x="644575" y="6972"/>
                </a:lnTo>
                <a:lnTo>
                  <a:pt x="532371" y="6972"/>
                </a:lnTo>
                <a:lnTo>
                  <a:pt x="530402" y="9169"/>
                </a:lnTo>
                <a:lnTo>
                  <a:pt x="530402" y="34086"/>
                </a:lnTo>
                <a:lnTo>
                  <a:pt x="532371" y="36309"/>
                </a:lnTo>
                <a:lnTo>
                  <a:pt x="572452" y="36309"/>
                </a:lnTo>
                <a:lnTo>
                  <a:pt x="572452" y="175882"/>
                </a:lnTo>
                <a:lnTo>
                  <a:pt x="574662" y="178066"/>
                </a:lnTo>
                <a:lnTo>
                  <a:pt x="602284" y="178066"/>
                </a:lnTo>
                <a:lnTo>
                  <a:pt x="604481" y="175882"/>
                </a:lnTo>
                <a:lnTo>
                  <a:pt x="604481" y="36309"/>
                </a:lnTo>
                <a:lnTo>
                  <a:pt x="644575" y="36309"/>
                </a:lnTo>
                <a:lnTo>
                  <a:pt x="646518" y="34086"/>
                </a:lnTo>
                <a:lnTo>
                  <a:pt x="646518" y="9169"/>
                </a:lnTo>
                <a:close/>
              </a:path>
              <a:path w="3305175" h="181609">
                <a:moveTo>
                  <a:pt x="783145" y="9169"/>
                </a:moveTo>
                <a:lnTo>
                  <a:pt x="781215" y="6972"/>
                </a:lnTo>
                <a:lnTo>
                  <a:pt x="676351" y="6972"/>
                </a:lnTo>
                <a:lnTo>
                  <a:pt x="674395" y="9169"/>
                </a:lnTo>
                <a:lnTo>
                  <a:pt x="674395" y="175882"/>
                </a:lnTo>
                <a:lnTo>
                  <a:pt x="676351" y="178066"/>
                </a:lnTo>
                <a:lnTo>
                  <a:pt x="781215" y="178066"/>
                </a:lnTo>
                <a:lnTo>
                  <a:pt x="783145" y="175882"/>
                </a:lnTo>
                <a:lnTo>
                  <a:pt x="783145" y="150926"/>
                </a:lnTo>
                <a:lnTo>
                  <a:pt x="781215" y="148729"/>
                </a:lnTo>
                <a:lnTo>
                  <a:pt x="706158" y="148729"/>
                </a:lnTo>
                <a:lnTo>
                  <a:pt x="706158" y="105956"/>
                </a:lnTo>
                <a:lnTo>
                  <a:pt x="768985" y="105956"/>
                </a:lnTo>
                <a:lnTo>
                  <a:pt x="771182" y="104013"/>
                </a:lnTo>
                <a:lnTo>
                  <a:pt x="771182" y="78574"/>
                </a:lnTo>
                <a:lnTo>
                  <a:pt x="768985" y="76377"/>
                </a:lnTo>
                <a:lnTo>
                  <a:pt x="706158" y="76377"/>
                </a:lnTo>
                <a:lnTo>
                  <a:pt x="706158" y="36309"/>
                </a:lnTo>
                <a:lnTo>
                  <a:pt x="781215" y="36309"/>
                </a:lnTo>
                <a:lnTo>
                  <a:pt x="783145" y="34086"/>
                </a:lnTo>
                <a:lnTo>
                  <a:pt x="783145" y="9169"/>
                </a:lnTo>
                <a:close/>
              </a:path>
              <a:path w="3305175" h="181609">
                <a:moveTo>
                  <a:pt x="957910" y="151904"/>
                </a:moveTo>
                <a:lnTo>
                  <a:pt x="955967" y="150202"/>
                </a:lnTo>
                <a:lnTo>
                  <a:pt x="954316" y="148501"/>
                </a:lnTo>
                <a:lnTo>
                  <a:pt x="940828" y="134569"/>
                </a:lnTo>
                <a:lnTo>
                  <a:pt x="939368" y="133096"/>
                </a:lnTo>
                <a:lnTo>
                  <a:pt x="936650" y="132829"/>
                </a:lnTo>
                <a:lnTo>
                  <a:pt x="934694" y="134569"/>
                </a:lnTo>
                <a:lnTo>
                  <a:pt x="926592" y="140246"/>
                </a:lnTo>
                <a:lnTo>
                  <a:pt x="917663" y="144640"/>
                </a:lnTo>
                <a:lnTo>
                  <a:pt x="907897" y="147485"/>
                </a:lnTo>
                <a:lnTo>
                  <a:pt x="897305" y="148501"/>
                </a:lnTo>
                <a:lnTo>
                  <a:pt x="875550" y="143967"/>
                </a:lnTo>
                <a:lnTo>
                  <a:pt x="858189" y="131711"/>
                </a:lnTo>
                <a:lnTo>
                  <a:pt x="846696" y="113728"/>
                </a:lnTo>
                <a:lnTo>
                  <a:pt x="842543" y="92011"/>
                </a:lnTo>
                <a:lnTo>
                  <a:pt x="846658" y="70116"/>
                </a:lnTo>
                <a:lnTo>
                  <a:pt x="858075" y="51993"/>
                </a:lnTo>
                <a:lnTo>
                  <a:pt x="875347" y="39624"/>
                </a:lnTo>
                <a:lnTo>
                  <a:pt x="897064" y="35064"/>
                </a:lnTo>
                <a:lnTo>
                  <a:pt x="907275" y="36042"/>
                </a:lnTo>
                <a:lnTo>
                  <a:pt x="917168" y="38887"/>
                </a:lnTo>
                <a:lnTo>
                  <a:pt x="926414" y="43421"/>
                </a:lnTo>
                <a:lnTo>
                  <a:pt x="934694" y="49491"/>
                </a:lnTo>
                <a:lnTo>
                  <a:pt x="936650" y="51460"/>
                </a:lnTo>
                <a:lnTo>
                  <a:pt x="939101" y="51460"/>
                </a:lnTo>
                <a:lnTo>
                  <a:pt x="940828" y="49491"/>
                </a:lnTo>
                <a:lnTo>
                  <a:pt x="954786" y="35064"/>
                </a:lnTo>
                <a:lnTo>
                  <a:pt x="955725" y="34086"/>
                </a:lnTo>
                <a:lnTo>
                  <a:pt x="957694" y="32131"/>
                </a:lnTo>
                <a:lnTo>
                  <a:pt x="957694" y="29210"/>
                </a:lnTo>
                <a:lnTo>
                  <a:pt x="913650" y="5969"/>
                </a:lnTo>
                <a:lnTo>
                  <a:pt x="896327" y="4521"/>
                </a:lnTo>
                <a:lnTo>
                  <a:pt x="861923" y="11430"/>
                </a:lnTo>
                <a:lnTo>
                  <a:pt x="833882" y="30302"/>
                </a:lnTo>
                <a:lnTo>
                  <a:pt x="815009" y="58343"/>
                </a:lnTo>
                <a:lnTo>
                  <a:pt x="808101" y="92760"/>
                </a:lnTo>
                <a:lnTo>
                  <a:pt x="815009" y="127088"/>
                </a:lnTo>
                <a:lnTo>
                  <a:pt x="833882" y="154952"/>
                </a:lnTo>
                <a:lnTo>
                  <a:pt x="861923" y="173659"/>
                </a:lnTo>
                <a:lnTo>
                  <a:pt x="896327" y="180505"/>
                </a:lnTo>
                <a:lnTo>
                  <a:pt x="912456" y="179070"/>
                </a:lnTo>
                <a:lnTo>
                  <a:pt x="955725" y="156806"/>
                </a:lnTo>
                <a:lnTo>
                  <a:pt x="957910" y="151904"/>
                </a:lnTo>
                <a:close/>
              </a:path>
              <a:path w="3305175" h="181609">
                <a:moveTo>
                  <a:pt x="1132674" y="9169"/>
                </a:moveTo>
                <a:lnTo>
                  <a:pt x="1130490" y="6972"/>
                </a:lnTo>
                <a:lnTo>
                  <a:pt x="1102880" y="6972"/>
                </a:lnTo>
                <a:lnTo>
                  <a:pt x="1100912" y="9169"/>
                </a:lnTo>
                <a:lnTo>
                  <a:pt x="1100912" y="112560"/>
                </a:lnTo>
                <a:lnTo>
                  <a:pt x="1100683" y="112560"/>
                </a:lnTo>
                <a:lnTo>
                  <a:pt x="1059027" y="68300"/>
                </a:lnTo>
                <a:lnTo>
                  <a:pt x="998994" y="4521"/>
                </a:lnTo>
                <a:lnTo>
                  <a:pt x="990434" y="4521"/>
                </a:lnTo>
                <a:lnTo>
                  <a:pt x="988225" y="6489"/>
                </a:lnTo>
                <a:lnTo>
                  <a:pt x="988225" y="175882"/>
                </a:lnTo>
                <a:lnTo>
                  <a:pt x="990434" y="178066"/>
                </a:lnTo>
                <a:lnTo>
                  <a:pt x="1017816" y="178066"/>
                </a:lnTo>
                <a:lnTo>
                  <a:pt x="1019759" y="175882"/>
                </a:lnTo>
                <a:lnTo>
                  <a:pt x="1019759" y="68300"/>
                </a:lnTo>
                <a:lnTo>
                  <a:pt x="1020025" y="68300"/>
                </a:lnTo>
                <a:lnTo>
                  <a:pt x="1122184" y="180505"/>
                </a:lnTo>
                <a:lnTo>
                  <a:pt x="1130490" y="180505"/>
                </a:lnTo>
                <a:lnTo>
                  <a:pt x="1132674" y="178562"/>
                </a:lnTo>
                <a:lnTo>
                  <a:pt x="1132674" y="112560"/>
                </a:lnTo>
                <a:lnTo>
                  <a:pt x="1132674" y="9169"/>
                </a:lnTo>
                <a:close/>
              </a:path>
              <a:path w="3305175" h="181609">
                <a:moveTo>
                  <a:pt x="1206754" y="9169"/>
                </a:moveTo>
                <a:lnTo>
                  <a:pt x="1204556" y="6972"/>
                </a:lnTo>
                <a:lnTo>
                  <a:pt x="1176934" y="6972"/>
                </a:lnTo>
                <a:lnTo>
                  <a:pt x="1174737" y="9169"/>
                </a:lnTo>
                <a:lnTo>
                  <a:pt x="1174737" y="175882"/>
                </a:lnTo>
                <a:lnTo>
                  <a:pt x="1176934" y="178066"/>
                </a:lnTo>
                <a:lnTo>
                  <a:pt x="1204556" y="178066"/>
                </a:lnTo>
                <a:lnTo>
                  <a:pt x="1206754" y="175882"/>
                </a:lnTo>
                <a:lnTo>
                  <a:pt x="1206754" y="9169"/>
                </a:lnTo>
                <a:close/>
              </a:path>
              <a:path w="3305175" h="181609">
                <a:moveTo>
                  <a:pt x="1388605" y="151904"/>
                </a:moveTo>
                <a:lnTo>
                  <a:pt x="1386662" y="150202"/>
                </a:lnTo>
                <a:lnTo>
                  <a:pt x="1385011" y="148501"/>
                </a:lnTo>
                <a:lnTo>
                  <a:pt x="1371523" y="134569"/>
                </a:lnTo>
                <a:lnTo>
                  <a:pt x="1370037" y="133096"/>
                </a:lnTo>
                <a:lnTo>
                  <a:pt x="1367345" y="132829"/>
                </a:lnTo>
                <a:lnTo>
                  <a:pt x="1365377" y="134569"/>
                </a:lnTo>
                <a:lnTo>
                  <a:pt x="1357274" y="140246"/>
                </a:lnTo>
                <a:lnTo>
                  <a:pt x="1348346" y="144640"/>
                </a:lnTo>
                <a:lnTo>
                  <a:pt x="1338580" y="147485"/>
                </a:lnTo>
                <a:lnTo>
                  <a:pt x="1327988" y="148501"/>
                </a:lnTo>
                <a:lnTo>
                  <a:pt x="1306233" y="143967"/>
                </a:lnTo>
                <a:lnTo>
                  <a:pt x="1288872" y="131711"/>
                </a:lnTo>
                <a:lnTo>
                  <a:pt x="1277378" y="113728"/>
                </a:lnTo>
                <a:lnTo>
                  <a:pt x="1273225" y="92011"/>
                </a:lnTo>
                <a:lnTo>
                  <a:pt x="1277340" y="70116"/>
                </a:lnTo>
                <a:lnTo>
                  <a:pt x="1288757" y="51993"/>
                </a:lnTo>
                <a:lnTo>
                  <a:pt x="1306029" y="39624"/>
                </a:lnTo>
                <a:lnTo>
                  <a:pt x="1327746" y="35064"/>
                </a:lnTo>
                <a:lnTo>
                  <a:pt x="1337957" y="36042"/>
                </a:lnTo>
                <a:lnTo>
                  <a:pt x="1347851" y="38887"/>
                </a:lnTo>
                <a:lnTo>
                  <a:pt x="1357096" y="43421"/>
                </a:lnTo>
                <a:lnTo>
                  <a:pt x="1365377" y="49491"/>
                </a:lnTo>
                <a:lnTo>
                  <a:pt x="1367345" y="51460"/>
                </a:lnTo>
                <a:lnTo>
                  <a:pt x="1369783" y="51460"/>
                </a:lnTo>
                <a:lnTo>
                  <a:pt x="1371523" y="49491"/>
                </a:lnTo>
                <a:lnTo>
                  <a:pt x="1385468" y="35064"/>
                </a:lnTo>
                <a:lnTo>
                  <a:pt x="1386408" y="34086"/>
                </a:lnTo>
                <a:lnTo>
                  <a:pt x="1388364" y="32131"/>
                </a:lnTo>
                <a:lnTo>
                  <a:pt x="1388364" y="29210"/>
                </a:lnTo>
                <a:lnTo>
                  <a:pt x="1344333" y="5969"/>
                </a:lnTo>
                <a:lnTo>
                  <a:pt x="1327010" y="4521"/>
                </a:lnTo>
                <a:lnTo>
                  <a:pt x="1292606" y="11430"/>
                </a:lnTo>
                <a:lnTo>
                  <a:pt x="1264577" y="30302"/>
                </a:lnTo>
                <a:lnTo>
                  <a:pt x="1245704" y="58343"/>
                </a:lnTo>
                <a:lnTo>
                  <a:pt x="1238783" y="92760"/>
                </a:lnTo>
                <a:lnTo>
                  <a:pt x="1245704" y="127088"/>
                </a:lnTo>
                <a:lnTo>
                  <a:pt x="1264577" y="154952"/>
                </a:lnTo>
                <a:lnTo>
                  <a:pt x="1292606" y="173659"/>
                </a:lnTo>
                <a:lnTo>
                  <a:pt x="1327010" y="180505"/>
                </a:lnTo>
                <a:lnTo>
                  <a:pt x="1343139" y="179070"/>
                </a:lnTo>
                <a:lnTo>
                  <a:pt x="1386408" y="156806"/>
                </a:lnTo>
                <a:lnTo>
                  <a:pt x="1388605" y="151904"/>
                </a:lnTo>
                <a:close/>
              </a:path>
              <a:path w="3305175" h="181609">
                <a:moveTo>
                  <a:pt x="1584883" y="92760"/>
                </a:moveTo>
                <a:lnTo>
                  <a:pt x="1578013" y="58343"/>
                </a:lnTo>
                <a:lnTo>
                  <a:pt x="1563255" y="36309"/>
                </a:lnTo>
                <a:lnTo>
                  <a:pt x="1559229" y="30302"/>
                </a:lnTo>
                <a:lnTo>
                  <a:pt x="1553095" y="26162"/>
                </a:lnTo>
                <a:lnTo>
                  <a:pt x="1553095" y="92760"/>
                </a:lnTo>
                <a:lnTo>
                  <a:pt x="1548650" y="114490"/>
                </a:lnTo>
                <a:lnTo>
                  <a:pt x="1536547" y="132283"/>
                </a:lnTo>
                <a:lnTo>
                  <a:pt x="1518666" y="144310"/>
                </a:lnTo>
                <a:lnTo>
                  <a:pt x="1496898" y="148729"/>
                </a:lnTo>
                <a:lnTo>
                  <a:pt x="1475155" y="144310"/>
                </a:lnTo>
                <a:lnTo>
                  <a:pt x="1457350" y="132283"/>
                </a:lnTo>
                <a:lnTo>
                  <a:pt x="1445323" y="114490"/>
                </a:lnTo>
                <a:lnTo>
                  <a:pt x="1440903" y="92760"/>
                </a:lnTo>
                <a:lnTo>
                  <a:pt x="1445323" y="70942"/>
                </a:lnTo>
                <a:lnTo>
                  <a:pt x="1457350" y="52971"/>
                </a:lnTo>
                <a:lnTo>
                  <a:pt x="1475155" y="40792"/>
                </a:lnTo>
                <a:lnTo>
                  <a:pt x="1496898" y="36309"/>
                </a:lnTo>
                <a:lnTo>
                  <a:pt x="1518666" y="40792"/>
                </a:lnTo>
                <a:lnTo>
                  <a:pt x="1536547" y="52971"/>
                </a:lnTo>
                <a:lnTo>
                  <a:pt x="1548650" y="70942"/>
                </a:lnTo>
                <a:lnTo>
                  <a:pt x="1553095" y="92760"/>
                </a:lnTo>
                <a:lnTo>
                  <a:pt x="1553095" y="26162"/>
                </a:lnTo>
                <a:lnTo>
                  <a:pt x="1531277" y="11430"/>
                </a:lnTo>
                <a:lnTo>
                  <a:pt x="1496898" y="4521"/>
                </a:lnTo>
                <a:lnTo>
                  <a:pt x="1462557" y="11430"/>
                </a:lnTo>
                <a:lnTo>
                  <a:pt x="1434680" y="30302"/>
                </a:lnTo>
                <a:lnTo>
                  <a:pt x="1415973" y="58343"/>
                </a:lnTo>
                <a:lnTo>
                  <a:pt x="1409141" y="92760"/>
                </a:lnTo>
                <a:lnTo>
                  <a:pt x="1415973" y="127088"/>
                </a:lnTo>
                <a:lnTo>
                  <a:pt x="1434680" y="154952"/>
                </a:lnTo>
                <a:lnTo>
                  <a:pt x="1462557" y="173659"/>
                </a:lnTo>
                <a:lnTo>
                  <a:pt x="1496898" y="180505"/>
                </a:lnTo>
                <a:lnTo>
                  <a:pt x="1531277" y="173659"/>
                </a:lnTo>
                <a:lnTo>
                  <a:pt x="1559229" y="154952"/>
                </a:lnTo>
                <a:lnTo>
                  <a:pt x="1563433" y="148729"/>
                </a:lnTo>
                <a:lnTo>
                  <a:pt x="1578013" y="127088"/>
                </a:lnTo>
                <a:lnTo>
                  <a:pt x="1584883" y="92760"/>
                </a:lnTo>
                <a:close/>
              </a:path>
              <a:path w="3305175" h="181609">
                <a:moveTo>
                  <a:pt x="1946148" y="176390"/>
                </a:moveTo>
                <a:lnTo>
                  <a:pt x="1945398" y="172847"/>
                </a:lnTo>
                <a:lnTo>
                  <a:pt x="1925218" y="62674"/>
                </a:lnTo>
                <a:lnTo>
                  <a:pt x="1914436" y="3784"/>
                </a:lnTo>
                <a:lnTo>
                  <a:pt x="1913915" y="1803"/>
                </a:lnTo>
                <a:lnTo>
                  <a:pt x="1911934" y="0"/>
                </a:lnTo>
                <a:lnTo>
                  <a:pt x="1904149" y="0"/>
                </a:lnTo>
                <a:lnTo>
                  <a:pt x="1902117" y="1282"/>
                </a:lnTo>
                <a:lnTo>
                  <a:pt x="1901609" y="2794"/>
                </a:lnTo>
                <a:lnTo>
                  <a:pt x="1849297" y="131343"/>
                </a:lnTo>
                <a:lnTo>
                  <a:pt x="1848256" y="131343"/>
                </a:lnTo>
                <a:lnTo>
                  <a:pt x="1820176" y="62674"/>
                </a:lnTo>
                <a:lnTo>
                  <a:pt x="1795691" y="2794"/>
                </a:lnTo>
                <a:lnTo>
                  <a:pt x="1795183" y="1282"/>
                </a:lnTo>
                <a:lnTo>
                  <a:pt x="1792909" y="0"/>
                </a:lnTo>
                <a:lnTo>
                  <a:pt x="1785378" y="0"/>
                </a:lnTo>
                <a:lnTo>
                  <a:pt x="1783359" y="1803"/>
                </a:lnTo>
                <a:lnTo>
                  <a:pt x="1782838" y="3784"/>
                </a:lnTo>
                <a:lnTo>
                  <a:pt x="1751647" y="172847"/>
                </a:lnTo>
                <a:lnTo>
                  <a:pt x="1751139" y="176390"/>
                </a:lnTo>
                <a:lnTo>
                  <a:pt x="1752917" y="178638"/>
                </a:lnTo>
                <a:lnTo>
                  <a:pt x="1774786" y="178638"/>
                </a:lnTo>
                <a:lnTo>
                  <a:pt x="1777060" y="176898"/>
                </a:lnTo>
                <a:lnTo>
                  <a:pt x="1777301" y="175107"/>
                </a:lnTo>
                <a:lnTo>
                  <a:pt x="1795424" y="62674"/>
                </a:lnTo>
                <a:lnTo>
                  <a:pt x="1796453" y="62674"/>
                </a:lnTo>
                <a:lnTo>
                  <a:pt x="1841995" y="178396"/>
                </a:lnTo>
                <a:lnTo>
                  <a:pt x="1842477" y="179882"/>
                </a:lnTo>
                <a:lnTo>
                  <a:pt x="1844243" y="181152"/>
                </a:lnTo>
                <a:lnTo>
                  <a:pt x="1853044" y="181152"/>
                </a:lnTo>
                <a:lnTo>
                  <a:pt x="1854530" y="179882"/>
                </a:lnTo>
                <a:lnTo>
                  <a:pt x="1855050" y="178396"/>
                </a:lnTo>
                <a:lnTo>
                  <a:pt x="1873465" y="131343"/>
                </a:lnTo>
                <a:lnTo>
                  <a:pt x="1900351" y="62674"/>
                </a:lnTo>
                <a:lnTo>
                  <a:pt x="1901088" y="62674"/>
                </a:lnTo>
                <a:lnTo>
                  <a:pt x="1919719" y="175107"/>
                </a:lnTo>
                <a:lnTo>
                  <a:pt x="1920227" y="176898"/>
                </a:lnTo>
                <a:lnTo>
                  <a:pt x="1922233" y="178638"/>
                </a:lnTo>
                <a:lnTo>
                  <a:pt x="1944408" y="178638"/>
                </a:lnTo>
                <a:lnTo>
                  <a:pt x="1946148" y="176390"/>
                </a:lnTo>
                <a:close/>
              </a:path>
              <a:path w="3305175" h="181609">
                <a:moveTo>
                  <a:pt x="2008543" y="4813"/>
                </a:moveTo>
                <a:lnTo>
                  <a:pt x="2006295" y="2552"/>
                </a:lnTo>
                <a:lnTo>
                  <a:pt x="1984667" y="2552"/>
                </a:lnTo>
                <a:lnTo>
                  <a:pt x="1982368" y="4813"/>
                </a:lnTo>
                <a:lnTo>
                  <a:pt x="1982368" y="176390"/>
                </a:lnTo>
                <a:lnTo>
                  <a:pt x="1984667" y="178638"/>
                </a:lnTo>
                <a:lnTo>
                  <a:pt x="2006295" y="178638"/>
                </a:lnTo>
                <a:lnTo>
                  <a:pt x="2008543" y="176390"/>
                </a:lnTo>
                <a:lnTo>
                  <a:pt x="2008543" y="4813"/>
                </a:lnTo>
                <a:close/>
              </a:path>
              <a:path w="3305175" h="181609">
                <a:moveTo>
                  <a:pt x="2156498" y="157543"/>
                </a:moveTo>
                <a:lnTo>
                  <a:pt x="2154466" y="155270"/>
                </a:lnTo>
                <a:lnTo>
                  <a:pt x="2083562" y="155270"/>
                </a:lnTo>
                <a:lnTo>
                  <a:pt x="2083562" y="4813"/>
                </a:lnTo>
                <a:lnTo>
                  <a:pt x="2081263" y="2552"/>
                </a:lnTo>
                <a:lnTo>
                  <a:pt x="2059381" y="2552"/>
                </a:lnTo>
                <a:lnTo>
                  <a:pt x="2057349" y="4813"/>
                </a:lnTo>
                <a:lnTo>
                  <a:pt x="2057349" y="176390"/>
                </a:lnTo>
                <a:lnTo>
                  <a:pt x="2059381" y="178638"/>
                </a:lnTo>
                <a:lnTo>
                  <a:pt x="2154466" y="178638"/>
                </a:lnTo>
                <a:lnTo>
                  <a:pt x="2156498" y="176390"/>
                </a:lnTo>
                <a:lnTo>
                  <a:pt x="2156498" y="157543"/>
                </a:lnTo>
                <a:close/>
              </a:path>
              <a:path w="3305175" h="181609">
                <a:moveTo>
                  <a:pt x="2338425" y="175348"/>
                </a:moveTo>
                <a:lnTo>
                  <a:pt x="2336901" y="172123"/>
                </a:lnTo>
                <a:lnTo>
                  <a:pt x="2322525" y="140411"/>
                </a:lnTo>
                <a:lnTo>
                  <a:pt x="2312708" y="118757"/>
                </a:lnTo>
                <a:lnTo>
                  <a:pt x="2285796" y="59397"/>
                </a:lnTo>
                <a:lnTo>
                  <a:pt x="2285796" y="118757"/>
                </a:lnTo>
                <a:lnTo>
                  <a:pt x="2222931" y="118757"/>
                </a:lnTo>
                <a:lnTo>
                  <a:pt x="2253602" y="49834"/>
                </a:lnTo>
                <a:lnTo>
                  <a:pt x="2254885" y="49834"/>
                </a:lnTo>
                <a:lnTo>
                  <a:pt x="2285796" y="118757"/>
                </a:lnTo>
                <a:lnTo>
                  <a:pt x="2285796" y="59397"/>
                </a:lnTo>
                <a:lnTo>
                  <a:pt x="2281466" y="49834"/>
                </a:lnTo>
                <a:lnTo>
                  <a:pt x="2260155" y="2794"/>
                </a:lnTo>
                <a:lnTo>
                  <a:pt x="2259419" y="1282"/>
                </a:lnTo>
                <a:lnTo>
                  <a:pt x="2257145" y="0"/>
                </a:lnTo>
                <a:lnTo>
                  <a:pt x="2252116" y="0"/>
                </a:lnTo>
                <a:lnTo>
                  <a:pt x="2249830" y="1282"/>
                </a:lnTo>
                <a:lnTo>
                  <a:pt x="2249093" y="2794"/>
                </a:lnTo>
                <a:lnTo>
                  <a:pt x="2170341" y="175348"/>
                </a:lnTo>
                <a:lnTo>
                  <a:pt x="2172347" y="178638"/>
                </a:lnTo>
                <a:lnTo>
                  <a:pt x="2194991" y="178638"/>
                </a:lnTo>
                <a:lnTo>
                  <a:pt x="2197011" y="176657"/>
                </a:lnTo>
                <a:lnTo>
                  <a:pt x="2197760" y="174904"/>
                </a:lnTo>
                <a:lnTo>
                  <a:pt x="2201557" y="166230"/>
                </a:lnTo>
                <a:lnTo>
                  <a:pt x="2209279" y="149034"/>
                </a:lnTo>
                <a:lnTo>
                  <a:pt x="2213102" y="140411"/>
                </a:lnTo>
                <a:lnTo>
                  <a:pt x="2295372" y="140411"/>
                </a:lnTo>
                <a:lnTo>
                  <a:pt x="2310981" y="174904"/>
                </a:lnTo>
                <a:lnTo>
                  <a:pt x="2311997" y="177114"/>
                </a:lnTo>
                <a:lnTo>
                  <a:pt x="2313775" y="178638"/>
                </a:lnTo>
                <a:lnTo>
                  <a:pt x="2336406" y="178638"/>
                </a:lnTo>
                <a:lnTo>
                  <a:pt x="2338425" y="175348"/>
                </a:lnTo>
                <a:close/>
              </a:path>
              <a:path w="3305175" h="181609">
                <a:moveTo>
                  <a:pt x="2508250" y="4813"/>
                </a:moveTo>
                <a:lnTo>
                  <a:pt x="2505976" y="2552"/>
                </a:lnTo>
                <a:lnTo>
                  <a:pt x="2484602" y="2552"/>
                </a:lnTo>
                <a:lnTo>
                  <a:pt x="2482570" y="4813"/>
                </a:lnTo>
                <a:lnTo>
                  <a:pt x="2482570" y="126301"/>
                </a:lnTo>
                <a:lnTo>
                  <a:pt x="2482329" y="126301"/>
                </a:lnTo>
                <a:lnTo>
                  <a:pt x="2417508" y="51346"/>
                </a:lnTo>
                <a:lnTo>
                  <a:pt x="2373122" y="0"/>
                </a:lnTo>
                <a:lnTo>
                  <a:pt x="2364321" y="0"/>
                </a:lnTo>
                <a:lnTo>
                  <a:pt x="2362060" y="2032"/>
                </a:lnTo>
                <a:lnTo>
                  <a:pt x="2362060" y="176390"/>
                </a:lnTo>
                <a:lnTo>
                  <a:pt x="2364321" y="178638"/>
                </a:lnTo>
                <a:lnTo>
                  <a:pt x="2385428" y="178638"/>
                </a:lnTo>
                <a:lnTo>
                  <a:pt x="2387460" y="176390"/>
                </a:lnTo>
                <a:lnTo>
                  <a:pt x="2387460" y="51346"/>
                </a:lnTo>
                <a:lnTo>
                  <a:pt x="2387727" y="51346"/>
                </a:lnTo>
                <a:lnTo>
                  <a:pt x="2496921" y="181152"/>
                </a:lnTo>
                <a:lnTo>
                  <a:pt x="2505976" y="181152"/>
                </a:lnTo>
                <a:lnTo>
                  <a:pt x="2508250" y="179158"/>
                </a:lnTo>
                <a:lnTo>
                  <a:pt x="2508250" y="126301"/>
                </a:lnTo>
                <a:lnTo>
                  <a:pt x="2508250" y="4813"/>
                </a:lnTo>
                <a:close/>
              </a:path>
              <a:path w="3305175" h="181609">
                <a:moveTo>
                  <a:pt x="2725140" y="90855"/>
                </a:moveTo>
                <a:lnTo>
                  <a:pt x="2718054" y="55435"/>
                </a:lnTo>
                <a:lnTo>
                  <a:pt x="2699969" y="28435"/>
                </a:lnTo>
                <a:lnTo>
                  <a:pt x="2699969" y="90855"/>
                </a:lnTo>
                <a:lnTo>
                  <a:pt x="2694800" y="116192"/>
                </a:lnTo>
                <a:lnTo>
                  <a:pt x="2680741" y="136906"/>
                </a:lnTo>
                <a:lnTo>
                  <a:pt x="2659938" y="150901"/>
                </a:lnTo>
                <a:lnTo>
                  <a:pt x="2634538" y="156032"/>
                </a:lnTo>
                <a:lnTo>
                  <a:pt x="2609278" y="150901"/>
                </a:lnTo>
                <a:lnTo>
                  <a:pt x="2588564" y="136906"/>
                </a:lnTo>
                <a:lnTo>
                  <a:pt x="2574544" y="116192"/>
                </a:lnTo>
                <a:lnTo>
                  <a:pt x="2569387" y="90855"/>
                </a:lnTo>
                <a:lnTo>
                  <a:pt x="2574544" y="65519"/>
                </a:lnTo>
                <a:lnTo>
                  <a:pt x="2588564" y="44627"/>
                </a:lnTo>
                <a:lnTo>
                  <a:pt x="2609278" y="30441"/>
                </a:lnTo>
                <a:lnTo>
                  <a:pt x="2634538" y="25209"/>
                </a:lnTo>
                <a:lnTo>
                  <a:pt x="2659938" y="30441"/>
                </a:lnTo>
                <a:lnTo>
                  <a:pt x="2680741" y="44627"/>
                </a:lnTo>
                <a:lnTo>
                  <a:pt x="2694800" y="65519"/>
                </a:lnTo>
                <a:lnTo>
                  <a:pt x="2699969" y="90855"/>
                </a:lnTo>
                <a:lnTo>
                  <a:pt x="2699969" y="28435"/>
                </a:lnTo>
                <a:lnTo>
                  <a:pt x="2698712" y="26555"/>
                </a:lnTo>
                <a:lnTo>
                  <a:pt x="2696705" y="25209"/>
                </a:lnTo>
                <a:lnTo>
                  <a:pt x="2669933" y="7112"/>
                </a:lnTo>
                <a:lnTo>
                  <a:pt x="2634538" y="0"/>
                </a:lnTo>
                <a:lnTo>
                  <a:pt x="2599194" y="7112"/>
                </a:lnTo>
                <a:lnTo>
                  <a:pt x="2570518" y="26555"/>
                </a:lnTo>
                <a:lnTo>
                  <a:pt x="2551265" y="55435"/>
                </a:lnTo>
                <a:lnTo>
                  <a:pt x="2544229" y="90855"/>
                </a:lnTo>
                <a:lnTo>
                  <a:pt x="2551265" y="126187"/>
                </a:lnTo>
                <a:lnTo>
                  <a:pt x="2570518" y="154863"/>
                </a:lnTo>
                <a:lnTo>
                  <a:pt x="2599194" y="174117"/>
                </a:lnTo>
                <a:lnTo>
                  <a:pt x="2634538" y="181152"/>
                </a:lnTo>
                <a:lnTo>
                  <a:pt x="2669933" y="174117"/>
                </a:lnTo>
                <a:lnTo>
                  <a:pt x="2696984" y="156032"/>
                </a:lnTo>
                <a:lnTo>
                  <a:pt x="2698712" y="154863"/>
                </a:lnTo>
                <a:lnTo>
                  <a:pt x="2718054" y="126187"/>
                </a:lnTo>
                <a:lnTo>
                  <a:pt x="2725140" y="90855"/>
                </a:lnTo>
                <a:close/>
              </a:path>
              <a:path w="3305175" h="181609">
                <a:moveTo>
                  <a:pt x="2891002" y="160489"/>
                </a:moveTo>
                <a:lnTo>
                  <a:pt x="2888970" y="158508"/>
                </a:lnTo>
                <a:lnTo>
                  <a:pt x="2858528" y="158508"/>
                </a:lnTo>
                <a:lnTo>
                  <a:pt x="2858528" y="46062"/>
                </a:lnTo>
                <a:lnTo>
                  <a:pt x="2858528" y="9855"/>
                </a:lnTo>
                <a:lnTo>
                  <a:pt x="2856509" y="7594"/>
                </a:lnTo>
                <a:lnTo>
                  <a:pt x="2841663" y="7594"/>
                </a:lnTo>
                <a:lnTo>
                  <a:pt x="2804198" y="41541"/>
                </a:lnTo>
                <a:lnTo>
                  <a:pt x="2803169" y="42532"/>
                </a:lnTo>
                <a:lnTo>
                  <a:pt x="2802674" y="44564"/>
                </a:lnTo>
                <a:lnTo>
                  <a:pt x="2803423" y="46570"/>
                </a:lnTo>
                <a:lnTo>
                  <a:pt x="2806458" y="55359"/>
                </a:lnTo>
                <a:lnTo>
                  <a:pt x="2807220" y="57619"/>
                </a:lnTo>
                <a:lnTo>
                  <a:pt x="2809710" y="58140"/>
                </a:lnTo>
                <a:lnTo>
                  <a:pt x="2811983" y="57150"/>
                </a:lnTo>
                <a:lnTo>
                  <a:pt x="2833865" y="46062"/>
                </a:lnTo>
                <a:lnTo>
                  <a:pt x="2833865" y="158508"/>
                </a:lnTo>
                <a:lnTo>
                  <a:pt x="2795867" y="158508"/>
                </a:lnTo>
                <a:lnTo>
                  <a:pt x="2793873" y="160489"/>
                </a:lnTo>
                <a:lnTo>
                  <a:pt x="2793873" y="176657"/>
                </a:lnTo>
                <a:lnTo>
                  <a:pt x="2795867" y="178638"/>
                </a:lnTo>
                <a:lnTo>
                  <a:pt x="2888970" y="178638"/>
                </a:lnTo>
                <a:lnTo>
                  <a:pt x="2891002" y="176657"/>
                </a:lnTo>
                <a:lnTo>
                  <a:pt x="2891002" y="160489"/>
                </a:lnTo>
                <a:close/>
              </a:path>
              <a:path w="3305175" h="181609">
                <a:moveTo>
                  <a:pt x="3035655" y="132829"/>
                </a:moveTo>
                <a:lnTo>
                  <a:pt x="3032518" y="117894"/>
                </a:lnTo>
                <a:lnTo>
                  <a:pt x="3024771" y="105714"/>
                </a:lnTo>
                <a:lnTo>
                  <a:pt x="3021965" y="103136"/>
                </a:lnTo>
                <a:lnTo>
                  <a:pt x="3014853" y="96596"/>
                </a:lnTo>
                <a:lnTo>
                  <a:pt x="3009481" y="93395"/>
                </a:lnTo>
                <a:lnTo>
                  <a:pt x="3009481" y="133375"/>
                </a:lnTo>
                <a:lnTo>
                  <a:pt x="3006953" y="144754"/>
                </a:lnTo>
                <a:lnTo>
                  <a:pt x="3000070" y="153390"/>
                </a:lnTo>
                <a:lnTo>
                  <a:pt x="2989846" y="158851"/>
                </a:lnTo>
                <a:lnTo>
                  <a:pt x="2977286" y="160769"/>
                </a:lnTo>
                <a:lnTo>
                  <a:pt x="2965323" y="158813"/>
                </a:lnTo>
                <a:lnTo>
                  <a:pt x="2955213" y="153289"/>
                </a:lnTo>
                <a:lnTo>
                  <a:pt x="2948216" y="144653"/>
                </a:lnTo>
                <a:lnTo>
                  <a:pt x="2945612" y="133375"/>
                </a:lnTo>
                <a:lnTo>
                  <a:pt x="2947720" y="123431"/>
                </a:lnTo>
                <a:lnTo>
                  <a:pt x="2953918" y="114363"/>
                </a:lnTo>
                <a:lnTo>
                  <a:pt x="2963926" y="107251"/>
                </a:lnTo>
                <a:lnTo>
                  <a:pt x="2977527" y="103136"/>
                </a:lnTo>
                <a:lnTo>
                  <a:pt x="2991116" y="107251"/>
                </a:lnTo>
                <a:lnTo>
                  <a:pt x="3001137" y="114363"/>
                </a:lnTo>
                <a:lnTo>
                  <a:pt x="3007347" y="123431"/>
                </a:lnTo>
                <a:lnTo>
                  <a:pt x="3009481" y="133375"/>
                </a:lnTo>
                <a:lnTo>
                  <a:pt x="3009481" y="93395"/>
                </a:lnTo>
                <a:lnTo>
                  <a:pt x="3005226" y="90855"/>
                </a:lnTo>
                <a:lnTo>
                  <a:pt x="3005226" y="89852"/>
                </a:lnTo>
                <a:lnTo>
                  <a:pt x="3013824" y="84175"/>
                </a:lnTo>
                <a:lnTo>
                  <a:pt x="3018917" y="79019"/>
                </a:lnTo>
                <a:lnTo>
                  <a:pt x="3022231" y="75653"/>
                </a:lnTo>
                <a:lnTo>
                  <a:pt x="3028607" y="64541"/>
                </a:lnTo>
                <a:lnTo>
                  <a:pt x="3031147" y="51104"/>
                </a:lnTo>
                <a:lnTo>
                  <a:pt x="3027083" y="32219"/>
                </a:lnTo>
                <a:lnTo>
                  <a:pt x="3022003" y="25679"/>
                </a:lnTo>
                <a:lnTo>
                  <a:pt x="3015818" y="17691"/>
                </a:lnTo>
                <a:lnTo>
                  <a:pt x="3005734" y="12179"/>
                </a:lnTo>
                <a:lnTo>
                  <a:pt x="3005734" y="52095"/>
                </a:lnTo>
                <a:lnTo>
                  <a:pt x="3004045" y="61544"/>
                </a:lnTo>
                <a:lnTo>
                  <a:pt x="2998901" y="69519"/>
                </a:lnTo>
                <a:lnTo>
                  <a:pt x="2990113" y="75526"/>
                </a:lnTo>
                <a:lnTo>
                  <a:pt x="2977527" y="79019"/>
                </a:lnTo>
                <a:lnTo>
                  <a:pt x="2964853" y="75438"/>
                </a:lnTo>
                <a:lnTo>
                  <a:pt x="2956077" y="69507"/>
                </a:lnTo>
                <a:lnTo>
                  <a:pt x="2950984" y="61607"/>
                </a:lnTo>
                <a:lnTo>
                  <a:pt x="2949346" y="52095"/>
                </a:lnTo>
                <a:lnTo>
                  <a:pt x="2951505" y="41490"/>
                </a:lnTo>
                <a:lnTo>
                  <a:pt x="2957398" y="33134"/>
                </a:lnTo>
                <a:lnTo>
                  <a:pt x="2966123" y="27647"/>
                </a:lnTo>
                <a:lnTo>
                  <a:pt x="2976765" y="25679"/>
                </a:lnTo>
                <a:lnTo>
                  <a:pt x="2988297" y="27647"/>
                </a:lnTo>
                <a:lnTo>
                  <a:pt x="2997479" y="33134"/>
                </a:lnTo>
                <a:lnTo>
                  <a:pt x="3003537" y="41490"/>
                </a:lnTo>
                <a:lnTo>
                  <a:pt x="3005734" y="52095"/>
                </a:lnTo>
                <a:lnTo>
                  <a:pt x="3005734" y="12179"/>
                </a:lnTo>
                <a:lnTo>
                  <a:pt x="2998749" y="8356"/>
                </a:lnTo>
                <a:lnTo>
                  <a:pt x="2977286" y="5054"/>
                </a:lnTo>
                <a:lnTo>
                  <a:pt x="2956204" y="8356"/>
                </a:lnTo>
                <a:lnTo>
                  <a:pt x="2939275" y="17691"/>
                </a:lnTo>
                <a:lnTo>
                  <a:pt x="2928023" y="32219"/>
                </a:lnTo>
                <a:lnTo>
                  <a:pt x="2923946" y="51104"/>
                </a:lnTo>
                <a:lnTo>
                  <a:pt x="2926473" y="64693"/>
                </a:lnTo>
                <a:lnTo>
                  <a:pt x="2932849" y="75882"/>
                </a:lnTo>
                <a:lnTo>
                  <a:pt x="2941243" y="84429"/>
                </a:lnTo>
                <a:lnTo>
                  <a:pt x="2949867" y="90093"/>
                </a:lnTo>
                <a:lnTo>
                  <a:pt x="2949867" y="90855"/>
                </a:lnTo>
                <a:lnTo>
                  <a:pt x="2941180" y="96139"/>
                </a:lnTo>
                <a:lnTo>
                  <a:pt x="2931147" y="105257"/>
                </a:lnTo>
                <a:lnTo>
                  <a:pt x="2922854" y="117652"/>
                </a:lnTo>
                <a:lnTo>
                  <a:pt x="2919412" y="132829"/>
                </a:lnTo>
                <a:lnTo>
                  <a:pt x="2923463" y="151942"/>
                </a:lnTo>
                <a:lnTo>
                  <a:pt x="2935020" y="167271"/>
                </a:lnTo>
                <a:lnTo>
                  <a:pt x="2953181" y="177457"/>
                </a:lnTo>
                <a:lnTo>
                  <a:pt x="2977045" y="181152"/>
                </a:lnTo>
                <a:lnTo>
                  <a:pt x="3001568" y="177457"/>
                </a:lnTo>
                <a:lnTo>
                  <a:pt x="3020009" y="167271"/>
                </a:lnTo>
                <a:lnTo>
                  <a:pt x="3024936" y="160769"/>
                </a:lnTo>
                <a:lnTo>
                  <a:pt x="3031617" y="151942"/>
                </a:lnTo>
                <a:lnTo>
                  <a:pt x="3035655" y="132829"/>
                </a:lnTo>
                <a:close/>
              </a:path>
              <a:path w="3305175" h="181609">
                <a:moveTo>
                  <a:pt x="3177070" y="123532"/>
                </a:moveTo>
                <a:lnTo>
                  <a:pt x="3172599" y="100368"/>
                </a:lnTo>
                <a:lnTo>
                  <a:pt x="3165170" y="89611"/>
                </a:lnTo>
                <a:lnTo>
                  <a:pt x="3160776" y="83235"/>
                </a:lnTo>
                <a:lnTo>
                  <a:pt x="3153905" y="78905"/>
                </a:lnTo>
                <a:lnTo>
                  <a:pt x="3153905" y="123799"/>
                </a:lnTo>
                <a:lnTo>
                  <a:pt x="3151327" y="137185"/>
                </a:lnTo>
                <a:lnTo>
                  <a:pt x="3144278" y="148221"/>
                </a:lnTo>
                <a:lnTo>
                  <a:pt x="3133750" y="155740"/>
                </a:lnTo>
                <a:lnTo>
                  <a:pt x="3120720" y="158508"/>
                </a:lnTo>
                <a:lnTo>
                  <a:pt x="3103422" y="153695"/>
                </a:lnTo>
                <a:lnTo>
                  <a:pt x="3092297" y="141541"/>
                </a:lnTo>
                <a:lnTo>
                  <a:pt x="3086709" y="125425"/>
                </a:lnTo>
                <a:lnTo>
                  <a:pt x="3085985" y="108737"/>
                </a:lnTo>
                <a:lnTo>
                  <a:pt x="3089211" y="103809"/>
                </a:lnTo>
                <a:lnTo>
                  <a:pt x="3096323" y="97459"/>
                </a:lnTo>
                <a:lnTo>
                  <a:pt x="3106890" y="91948"/>
                </a:lnTo>
                <a:lnTo>
                  <a:pt x="3120479" y="89611"/>
                </a:lnTo>
                <a:lnTo>
                  <a:pt x="3133547" y="92290"/>
                </a:lnTo>
                <a:lnTo>
                  <a:pt x="3144164" y="99618"/>
                </a:lnTo>
                <a:lnTo>
                  <a:pt x="3151289" y="110490"/>
                </a:lnTo>
                <a:lnTo>
                  <a:pt x="3153905" y="123799"/>
                </a:lnTo>
                <a:lnTo>
                  <a:pt x="3153905" y="78905"/>
                </a:lnTo>
                <a:lnTo>
                  <a:pt x="3152889" y="78257"/>
                </a:lnTo>
                <a:lnTo>
                  <a:pt x="3143948" y="72605"/>
                </a:lnTo>
                <a:lnTo>
                  <a:pt x="3124492" y="68961"/>
                </a:lnTo>
                <a:lnTo>
                  <a:pt x="3112414" y="70231"/>
                </a:lnTo>
                <a:lnTo>
                  <a:pt x="3102165" y="73139"/>
                </a:lnTo>
                <a:lnTo>
                  <a:pt x="3094698" y="76276"/>
                </a:lnTo>
                <a:lnTo>
                  <a:pt x="3090989" y="78257"/>
                </a:lnTo>
                <a:lnTo>
                  <a:pt x="3102241" y="57048"/>
                </a:lnTo>
                <a:lnTo>
                  <a:pt x="3119729" y="40271"/>
                </a:lnTo>
                <a:lnTo>
                  <a:pt x="3137814" y="28587"/>
                </a:lnTo>
                <a:lnTo>
                  <a:pt x="3150882" y="22656"/>
                </a:lnTo>
                <a:lnTo>
                  <a:pt x="3155708" y="21145"/>
                </a:lnTo>
                <a:lnTo>
                  <a:pt x="3156686" y="18364"/>
                </a:lnTo>
                <a:lnTo>
                  <a:pt x="3155416" y="15379"/>
                </a:lnTo>
                <a:lnTo>
                  <a:pt x="3151162" y="5054"/>
                </a:lnTo>
                <a:lnTo>
                  <a:pt x="3150133" y="2273"/>
                </a:lnTo>
                <a:lnTo>
                  <a:pt x="3147872" y="1041"/>
                </a:lnTo>
                <a:lnTo>
                  <a:pt x="3094532" y="33362"/>
                </a:lnTo>
                <a:lnTo>
                  <a:pt x="3071330" y="65354"/>
                </a:lnTo>
                <a:lnTo>
                  <a:pt x="3061576" y="110680"/>
                </a:lnTo>
                <a:lnTo>
                  <a:pt x="3065183" y="138036"/>
                </a:lnTo>
                <a:lnTo>
                  <a:pt x="3076156" y="160451"/>
                </a:lnTo>
                <a:lnTo>
                  <a:pt x="3094685" y="175590"/>
                </a:lnTo>
                <a:lnTo>
                  <a:pt x="3120961" y="181152"/>
                </a:lnTo>
                <a:lnTo>
                  <a:pt x="3142564" y="176606"/>
                </a:lnTo>
                <a:lnTo>
                  <a:pt x="3160420" y="164236"/>
                </a:lnTo>
                <a:lnTo>
                  <a:pt x="3164230" y="158508"/>
                </a:lnTo>
                <a:lnTo>
                  <a:pt x="3172574" y="145923"/>
                </a:lnTo>
                <a:lnTo>
                  <a:pt x="3177070" y="123532"/>
                </a:lnTo>
                <a:close/>
              </a:path>
              <a:path w="3305175" h="181609">
                <a:moveTo>
                  <a:pt x="3304654" y="133096"/>
                </a:moveTo>
                <a:lnTo>
                  <a:pt x="3301555" y="118135"/>
                </a:lnTo>
                <a:lnTo>
                  <a:pt x="3293846" y="105981"/>
                </a:lnTo>
                <a:lnTo>
                  <a:pt x="3283928" y="96951"/>
                </a:lnTo>
                <a:lnTo>
                  <a:pt x="3274174" y="91363"/>
                </a:lnTo>
                <a:lnTo>
                  <a:pt x="3274174" y="90614"/>
                </a:lnTo>
                <a:lnTo>
                  <a:pt x="3283000" y="84924"/>
                </a:lnTo>
                <a:lnTo>
                  <a:pt x="3291382" y="76136"/>
                </a:lnTo>
                <a:lnTo>
                  <a:pt x="3297656" y="64693"/>
                </a:lnTo>
                <a:lnTo>
                  <a:pt x="3300120" y="51104"/>
                </a:lnTo>
                <a:lnTo>
                  <a:pt x="3295980" y="32004"/>
                </a:lnTo>
                <a:lnTo>
                  <a:pt x="3292462" y="27457"/>
                </a:lnTo>
                <a:lnTo>
                  <a:pt x="3284753" y="17513"/>
                </a:lnTo>
                <a:lnTo>
                  <a:pt x="3268040" y="8280"/>
                </a:lnTo>
                <a:lnTo>
                  <a:pt x="3247504" y="5054"/>
                </a:lnTo>
                <a:lnTo>
                  <a:pt x="3228670" y="8509"/>
                </a:lnTo>
                <a:lnTo>
                  <a:pt x="3213951" y="16116"/>
                </a:lnTo>
                <a:lnTo>
                  <a:pt x="3204375" y="23723"/>
                </a:lnTo>
                <a:lnTo>
                  <a:pt x="3199206" y="28981"/>
                </a:lnTo>
                <a:lnTo>
                  <a:pt x="3198965" y="32004"/>
                </a:lnTo>
                <a:lnTo>
                  <a:pt x="3200958" y="33756"/>
                </a:lnTo>
                <a:lnTo>
                  <a:pt x="3210255" y="42049"/>
                </a:lnTo>
                <a:lnTo>
                  <a:pt x="3212541" y="44043"/>
                </a:lnTo>
                <a:lnTo>
                  <a:pt x="3215309" y="43561"/>
                </a:lnTo>
                <a:lnTo>
                  <a:pt x="3216808" y="41541"/>
                </a:lnTo>
                <a:lnTo>
                  <a:pt x="3221367" y="37007"/>
                </a:lnTo>
                <a:lnTo>
                  <a:pt x="3227628" y="32423"/>
                </a:lnTo>
                <a:lnTo>
                  <a:pt x="3235756" y="28879"/>
                </a:lnTo>
                <a:lnTo>
                  <a:pt x="3245993" y="27457"/>
                </a:lnTo>
                <a:lnTo>
                  <a:pt x="3256737" y="29362"/>
                </a:lnTo>
                <a:lnTo>
                  <a:pt x="3265894" y="34836"/>
                </a:lnTo>
                <a:lnTo>
                  <a:pt x="3272282" y="43472"/>
                </a:lnTo>
                <a:lnTo>
                  <a:pt x="3274682" y="54876"/>
                </a:lnTo>
                <a:lnTo>
                  <a:pt x="3272459" y="65328"/>
                </a:lnTo>
                <a:lnTo>
                  <a:pt x="3265817" y="73888"/>
                </a:lnTo>
                <a:lnTo>
                  <a:pt x="3254743" y="79667"/>
                </a:lnTo>
                <a:lnTo>
                  <a:pt x="3239236" y="81788"/>
                </a:lnTo>
                <a:lnTo>
                  <a:pt x="3221583" y="81788"/>
                </a:lnTo>
                <a:lnTo>
                  <a:pt x="3220097" y="83299"/>
                </a:lnTo>
                <a:lnTo>
                  <a:pt x="3220097" y="101384"/>
                </a:lnTo>
                <a:lnTo>
                  <a:pt x="3222104" y="103136"/>
                </a:lnTo>
                <a:lnTo>
                  <a:pt x="3238957" y="103136"/>
                </a:lnTo>
                <a:lnTo>
                  <a:pt x="3256534" y="105613"/>
                </a:lnTo>
                <a:lnTo>
                  <a:pt x="3268942" y="112204"/>
                </a:lnTo>
                <a:lnTo>
                  <a:pt x="3276295" y="121627"/>
                </a:lnTo>
                <a:lnTo>
                  <a:pt x="3278733" y="132588"/>
                </a:lnTo>
                <a:lnTo>
                  <a:pt x="3276117" y="143929"/>
                </a:lnTo>
                <a:lnTo>
                  <a:pt x="3269132" y="152476"/>
                </a:lnTo>
                <a:lnTo>
                  <a:pt x="3259086" y="157861"/>
                </a:lnTo>
                <a:lnTo>
                  <a:pt x="3247263" y="159740"/>
                </a:lnTo>
                <a:lnTo>
                  <a:pt x="3234258" y="157594"/>
                </a:lnTo>
                <a:lnTo>
                  <a:pt x="3223730" y="152717"/>
                </a:lnTo>
                <a:lnTo>
                  <a:pt x="3216402" y="147447"/>
                </a:lnTo>
                <a:lnTo>
                  <a:pt x="3213036" y="144145"/>
                </a:lnTo>
                <a:lnTo>
                  <a:pt x="3211017" y="141884"/>
                </a:lnTo>
                <a:lnTo>
                  <a:pt x="3208744" y="141693"/>
                </a:lnTo>
                <a:lnTo>
                  <a:pt x="3206242" y="143637"/>
                </a:lnTo>
                <a:lnTo>
                  <a:pt x="3196425" y="152742"/>
                </a:lnTo>
                <a:lnTo>
                  <a:pt x="3194685" y="154241"/>
                </a:lnTo>
                <a:lnTo>
                  <a:pt x="3194685" y="156997"/>
                </a:lnTo>
                <a:lnTo>
                  <a:pt x="3196196" y="158750"/>
                </a:lnTo>
                <a:lnTo>
                  <a:pt x="3202190" y="165023"/>
                </a:lnTo>
                <a:lnTo>
                  <a:pt x="3212350" y="172415"/>
                </a:lnTo>
                <a:lnTo>
                  <a:pt x="3227324" y="178574"/>
                </a:lnTo>
                <a:lnTo>
                  <a:pt x="3247783" y="181152"/>
                </a:lnTo>
                <a:lnTo>
                  <a:pt x="3271316" y="177495"/>
                </a:lnTo>
                <a:lnTo>
                  <a:pt x="3289236" y="167386"/>
                </a:lnTo>
                <a:lnTo>
                  <a:pt x="3294964" y="159740"/>
                </a:lnTo>
                <a:lnTo>
                  <a:pt x="3300641" y="152158"/>
                </a:lnTo>
                <a:lnTo>
                  <a:pt x="3304654" y="133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ED40199D-593A-6922-CBEB-4C4FB517E5B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44500" y="6443089"/>
            <a:ext cx="3844290" cy="230832"/>
          </a:xfrm>
          <a:prstGeom prst="rect">
            <a:avLst/>
          </a:prstGeom>
        </p:spPr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Lato"/>
                <a:cs typeface="Lat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it-IT" dirty="0"/>
              <a:t>2023 –</a:t>
            </a:r>
            <a:r>
              <a:rPr lang="it-IT" spc="-50" dirty="0"/>
              <a:t> </a:t>
            </a:r>
            <a:r>
              <a:rPr lang="it-IT" spc="-5" dirty="0"/>
              <a:t>Attilio Frangi</a:t>
            </a:r>
            <a:r>
              <a:rPr lang="it-IT" spc="-10" dirty="0"/>
              <a:t>,</a:t>
            </a:r>
            <a:r>
              <a:rPr lang="it-IT" spc="-5" dirty="0"/>
              <a:t> Department</a:t>
            </a:r>
            <a:r>
              <a:rPr lang="it-IT" dirty="0"/>
              <a:t> </a:t>
            </a:r>
            <a:r>
              <a:rPr lang="it-IT" spc="-10" dirty="0"/>
              <a:t>Head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86992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951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00455"/>
            <a:ext cx="11303000" cy="1315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33236"/>
                </a:solidFill>
                <a:latin typeface="Brandon Grotesque Bold"/>
                <a:cs typeface="Brandon Grotesqu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67486" y="2670451"/>
            <a:ext cx="6657027" cy="137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bg object 19">
            <a:extLst>
              <a:ext uri="{FF2B5EF4-FFF2-40B4-BE49-F238E27FC236}">
                <a16:creationId xmlns:a16="http://schemas.microsoft.com/office/drawing/2014/main" id="{6A5A5521-9A0C-2FD4-5915-3DD9BB190AD7}"/>
              </a:ext>
            </a:extLst>
          </p:cNvPr>
          <p:cNvSpPr/>
          <p:nvPr userDrawn="1"/>
        </p:nvSpPr>
        <p:spPr>
          <a:xfrm>
            <a:off x="0" y="6286500"/>
            <a:ext cx="12189460" cy="571500"/>
          </a:xfrm>
          <a:custGeom>
            <a:avLst/>
            <a:gdLst/>
            <a:ahLst/>
            <a:cxnLst/>
            <a:rect l="l" t="t" r="r" b="b"/>
            <a:pathLst>
              <a:path w="12189460" h="571500">
                <a:moveTo>
                  <a:pt x="12188952" y="0"/>
                </a:moveTo>
                <a:lnTo>
                  <a:pt x="0" y="0"/>
                </a:lnTo>
                <a:lnTo>
                  <a:pt x="0" y="571500"/>
                </a:lnTo>
                <a:lnTo>
                  <a:pt x="12188952" y="5715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6F8EA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bg object 20">
            <a:extLst>
              <a:ext uri="{FF2B5EF4-FFF2-40B4-BE49-F238E27FC236}">
                <a16:creationId xmlns:a16="http://schemas.microsoft.com/office/drawing/2014/main" id="{07C85A4A-8CA6-F7B3-A1E4-2A8DE3750DD9}"/>
              </a:ext>
            </a:extLst>
          </p:cNvPr>
          <p:cNvSpPr/>
          <p:nvPr userDrawn="1"/>
        </p:nvSpPr>
        <p:spPr>
          <a:xfrm>
            <a:off x="8448878" y="6472897"/>
            <a:ext cx="3305175" cy="181610"/>
          </a:xfrm>
          <a:custGeom>
            <a:avLst/>
            <a:gdLst/>
            <a:ahLst/>
            <a:cxnLst/>
            <a:rect l="l" t="t" r="r" b="b"/>
            <a:pathLst>
              <a:path w="3305175" h="181609">
                <a:moveTo>
                  <a:pt x="116840" y="60972"/>
                </a:moveTo>
                <a:lnTo>
                  <a:pt x="112509" y="40055"/>
                </a:lnTo>
                <a:lnTo>
                  <a:pt x="110426" y="37033"/>
                </a:lnTo>
                <a:lnTo>
                  <a:pt x="100736" y="22885"/>
                </a:lnTo>
                <a:lnTo>
                  <a:pt x="85331" y="12598"/>
                </a:lnTo>
                <a:lnTo>
                  <a:pt x="85331" y="60744"/>
                </a:lnTo>
                <a:lnTo>
                  <a:pt x="83312" y="70802"/>
                </a:lnTo>
                <a:lnTo>
                  <a:pt x="77851" y="78854"/>
                </a:lnTo>
                <a:lnTo>
                  <a:pt x="69837" y="84213"/>
                </a:lnTo>
                <a:lnTo>
                  <a:pt x="60134" y="86156"/>
                </a:lnTo>
                <a:lnTo>
                  <a:pt x="31788" y="86156"/>
                </a:lnTo>
                <a:lnTo>
                  <a:pt x="31788" y="37033"/>
                </a:lnTo>
                <a:lnTo>
                  <a:pt x="60134" y="37033"/>
                </a:lnTo>
                <a:lnTo>
                  <a:pt x="69837" y="38836"/>
                </a:lnTo>
                <a:lnTo>
                  <a:pt x="77851" y="43840"/>
                </a:lnTo>
                <a:lnTo>
                  <a:pt x="83312" y="51358"/>
                </a:lnTo>
                <a:lnTo>
                  <a:pt x="85331" y="60744"/>
                </a:lnTo>
                <a:lnTo>
                  <a:pt x="85331" y="12598"/>
                </a:lnTo>
                <a:lnTo>
                  <a:pt x="83324" y="11252"/>
                </a:lnTo>
                <a:lnTo>
                  <a:pt x="62103" y="6972"/>
                </a:lnTo>
                <a:lnTo>
                  <a:pt x="1968" y="6972"/>
                </a:lnTo>
                <a:lnTo>
                  <a:pt x="0" y="9169"/>
                </a:lnTo>
                <a:lnTo>
                  <a:pt x="0" y="175882"/>
                </a:lnTo>
                <a:lnTo>
                  <a:pt x="1968" y="178066"/>
                </a:lnTo>
                <a:lnTo>
                  <a:pt x="29578" y="178066"/>
                </a:lnTo>
                <a:lnTo>
                  <a:pt x="31788" y="175882"/>
                </a:lnTo>
                <a:lnTo>
                  <a:pt x="31788" y="115989"/>
                </a:lnTo>
                <a:lnTo>
                  <a:pt x="62331" y="115989"/>
                </a:lnTo>
                <a:lnTo>
                  <a:pt x="83426" y="111658"/>
                </a:lnTo>
                <a:lnTo>
                  <a:pt x="100761" y="99847"/>
                </a:lnTo>
                <a:lnTo>
                  <a:pt x="109969" y="86156"/>
                </a:lnTo>
                <a:lnTo>
                  <a:pt x="112509" y="82359"/>
                </a:lnTo>
                <a:lnTo>
                  <a:pt x="116840" y="60972"/>
                </a:lnTo>
                <a:close/>
              </a:path>
              <a:path w="3305175" h="181609">
                <a:moveTo>
                  <a:pt x="311175" y="92760"/>
                </a:moveTo>
                <a:lnTo>
                  <a:pt x="304292" y="58343"/>
                </a:lnTo>
                <a:lnTo>
                  <a:pt x="289521" y="36309"/>
                </a:lnTo>
                <a:lnTo>
                  <a:pt x="285496" y="30302"/>
                </a:lnTo>
                <a:lnTo>
                  <a:pt x="279387" y="26187"/>
                </a:lnTo>
                <a:lnTo>
                  <a:pt x="279387" y="92760"/>
                </a:lnTo>
                <a:lnTo>
                  <a:pt x="274929" y="114490"/>
                </a:lnTo>
                <a:lnTo>
                  <a:pt x="262826" y="132283"/>
                </a:lnTo>
                <a:lnTo>
                  <a:pt x="244944" y="144310"/>
                </a:lnTo>
                <a:lnTo>
                  <a:pt x="223177" y="148729"/>
                </a:lnTo>
                <a:lnTo>
                  <a:pt x="201434" y="144310"/>
                </a:lnTo>
                <a:lnTo>
                  <a:pt x="183629" y="132283"/>
                </a:lnTo>
                <a:lnTo>
                  <a:pt x="171602" y="114490"/>
                </a:lnTo>
                <a:lnTo>
                  <a:pt x="167195" y="92760"/>
                </a:lnTo>
                <a:lnTo>
                  <a:pt x="171602" y="70942"/>
                </a:lnTo>
                <a:lnTo>
                  <a:pt x="183629" y="52971"/>
                </a:lnTo>
                <a:lnTo>
                  <a:pt x="201434" y="40792"/>
                </a:lnTo>
                <a:lnTo>
                  <a:pt x="223177" y="36309"/>
                </a:lnTo>
                <a:lnTo>
                  <a:pt x="244944" y="40792"/>
                </a:lnTo>
                <a:lnTo>
                  <a:pt x="262826" y="52971"/>
                </a:lnTo>
                <a:lnTo>
                  <a:pt x="274929" y="70942"/>
                </a:lnTo>
                <a:lnTo>
                  <a:pt x="279387" y="92760"/>
                </a:lnTo>
                <a:lnTo>
                  <a:pt x="279387" y="26187"/>
                </a:lnTo>
                <a:lnTo>
                  <a:pt x="257543" y="11430"/>
                </a:lnTo>
                <a:lnTo>
                  <a:pt x="223177" y="4521"/>
                </a:lnTo>
                <a:lnTo>
                  <a:pt x="188836" y="11430"/>
                </a:lnTo>
                <a:lnTo>
                  <a:pt x="160959" y="30302"/>
                </a:lnTo>
                <a:lnTo>
                  <a:pt x="142252" y="58343"/>
                </a:lnTo>
                <a:lnTo>
                  <a:pt x="135420" y="92760"/>
                </a:lnTo>
                <a:lnTo>
                  <a:pt x="142252" y="127088"/>
                </a:lnTo>
                <a:lnTo>
                  <a:pt x="160959" y="154952"/>
                </a:lnTo>
                <a:lnTo>
                  <a:pt x="188836" y="173659"/>
                </a:lnTo>
                <a:lnTo>
                  <a:pt x="223177" y="180505"/>
                </a:lnTo>
                <a:lnTo>
                  <a:pt x="257543" y="173659"/>
                </a:lnTo>
                <a:lnTo>
                  <a:pt x="285496" y="154952"/>
                </a:lnTo>
                <a:lnTo>
                  <a:pt x="289699" y="148729"/>
                </a:lnTo>
                <a:lnTo>
                  <a:pt x="304292" y="127088"/>
                </a:lnTo>
                <a:lnTo>
                  <a:pt x="311175" y="92760"/>
                </a:lnTo>
                <a:close/>
              </a:path>
              <a:path w="3305175" h="181609">
                <a:moveTo>
                  <a:pt x="435584" y="150926"/>
                </a:moveTo>
                <a:lnTo>
                  <a:pt x="433628" y="148729"/>
                </a:lnTo>
                <a:lnTo>
                  <a:pt x="368617" y="148729"/>
                </a:lnTo>
                <a:lnTo>
                  <a:pt x="368617" y="9169"/>
                </a:lnTo>
                <a:lnTo>
                  <a:pt x="366407" y="6972"/>
                </a:lnTo>
                <a:lnTo>
                  <a:pt x="338797" y="6972"/>
                </a:lnTo>
                <a:lnTo>
                  <a:pt x="336829" y="9169"/>
                </a:lnTo>
                <a:lnTo>
                  <a:pt x="336829" y="175882"/>
                </a:lnTo>
                <a:lnTo>
                  <a:pt x="338797" y="178066"/>
                </a:lnTo>
                <a:lnTo>
                  <a:pt x="433628" y="178066"/>
                </a:lnTo>
                <a:lnTo>
                  <a:pt x="435584" y="175882"/>
                </a:lnTo>
                <a:lnTo>
                  <a:pt x="435584" y="150926"/>
                </a:lnTo>
                <a:close/>
              </a:path>
              <a:path w="3305175" h="181609">
                <a:moveTo>
                  <a:pt x="499630" y="9169"/>
                </a:moveTo>
                <a:lnTo>
                  <a:pt x="497420" y="6972"/>
                </a:lnTo>
                <a:lnTo>
                  <a:pt x="469811" y="6972"/>
                </a:lnTo>
                <a:lnTo>
                  <a:pt x="467601" y="9169"/>
                </a:lnTo>
                <a:lnTo>
                  <a:pt x="467601" y="175882"/>
                </a:lnTo>
                <a:lnTo>
                  <a:pt x="469811" y="178066"/>
                </a:lnTo>
                <a:lnTo>
                  <a:pt x="497420" y="178066"/>
                </a:lnTo>
                <a:lnTo>
                  <a:pt x="499630" y="175882"/>
                </a:lnTo>
                <a:lnTo>
                  <a:pt x="499630" y="9169"/>
                </a:lnTo>
                <a:close/>
              </a:path>
              <a:path w="3305175" h="181609">
                <a:moveTo>
                  <a:pt x="646518" y="9169"/>
                </a:moveTo>
                <a:lnTo>
                  <a:pt x="644575" y="6972"/>
                </a:lnTo>
                <a:lnTo>
                  <a:pt x="532371" y="6972"/>
                </a:lnTo>
                <a:lnTo>
                  <a:pt x="530402" y="9169"/>
                </a:lnTo>
                <a:lnTo>
                  <a:pt x="530402" y="34086"/>
                </a:lnTo>
                <a:lnTo>
                  <a:pt x="532371" y="36309"/>
                </a:lnTo>
                <a:lnTo>
                  <a:pt x="572452" y="36309"/>
                </a:lnTo>
                <a:lnTo>
                  <a:pt x="572452" y="175882"/>
                </a:lnTo>
                <a:lnTo>
                  <a:pt x="574662" y="178066"/>
                </a:lnTo>
                <a:lnTo>
                  <a:pt x="602284" y="178066"/>
                </a:lnTo>
                <a:lnTo>
                  <a:pt x="604481" y="175882"/>
                </a:lnTo>
                <a:lnTo>
                  <a:pt x="604481" y="36309"/>
                </a:lnTo>
                <a:lnTo>
                  <a:pt x="644575" y="36309"/>
                </a:lnTo>
                <a:lnTo>
                  <a:pt x="646518" y="34086"/>
                </a:lnTo>
                <a:lnTo>
                  <a:pt x="646518" y="9169"/>
                </a:lnTo>
                <a:close/>
              </a:path>
              <a:path w="3305175" h="181609">
                <a:moveTo>
                  <a:pt x="783145" y="9169"/>
                </a:moveTo>
                <a:lnTo>
                  <a:pt x="781215" y="6972"/>
                </a:lnTo>
                <a:lnTo>
                  <a:pt x="676351" y="6972"/>
                </a:lnTo>
                <a:lnTo>
                  <a:pt x="674395" y="9169"/>
                </a:lnTo>
                <a:lnTo>
                  <a:pt x="674395" y="175882"/>
                </a:lnTo>
                <a:lnTo>
                  <a:pt x="676351" y="178066"/>
                </a:lnTo>
                <a:lnTo>
                  <a:pt x="781215" y="178066"/>
                </a:lnTo>
                <a:lnTo>
                  <a:pt x="783145" y="175882"/>
                </a:lnTo>
                <a:lnTo>
                  <a:pt x="783145" y="150926"/>
                </a:lnTo>
                <a:lnTo>
                  <a:pt x="781215" y="148729"/>
                </a:lnTo>
                <a:lnTo>
                  <a:pt x="706158" y="148729"/>
                </a:lnTo>
                <a:lnTo>
                  <a:pt x="706158" y="105956"/>
                </a:lnTo>
                <a:lnTo>
                  <a:pt x="768985" y="105956"/>
                </a:lnTo>
                <a:lnTo>
                  <a:pt x="771182" y="104013"/>
                </a:lnTo>
                <a:lnTo>
                  <a:pt x="771182" y="78574"/>
                </a:lnTo>
                <a:lnTo>
                  <a:pt x="768985" y="76377"/>
                </a:lnTo>
                <a:lnTo>
                  <a:pt x="706158" y="76377"/>
                </a:lnTo>
                <a:lnTo>
                  <a:pt x="706158" y="36309"/>
                </a:lnTo>
                <a:lnTo>
                  <a:pt x="781215" y="36309"/>
                </a:lnTo>
                <a:lnTo>
                  <a:pt x="783145" y="34086"/>
                </a:lnTo>
                <a:lnTo>
                  <a:pt x="783145" y="9169"/>
                </a:lnTo>
                <a:close/>
              </a:path>
              <a:path w="3305175" h="181609">
                <a:moveTo>
                  <a:pt x="957910" y="151904"/>
                </a:moveTo>
                <a:lnTo>
                  <a:pt x="955967" y="150202"/>
                </a:lnTo>
                <a:lnTo>
                  <a:pt x="954316" y="148501"/>
                </a:lnTo>
                <a:lnTo>
                  <a:pt x="940828" y="134569"/>
                </a:lnTo>
                <a:lnTo>
                  <a:pt x="939368" y="133096"/>
                </a:lnTo>
                <a:lnTo>
                  <a:pt x="936650" y="132829"/>
                </a:lnTo>
                <a:lnTo>
                  <a:pt x="934694" y="134569"/>
                </a:lnTo>
                <a:lnTo>
                  <a:pt x="926592" y="140246"/>
                </a:lnTo>
                <a:lnTo>
                  <a:pt x="917651" y="144640"/>
                </a:lnTo>
                <a:lnTo>
                  <a:pt x="907897" y="147485"/>
                </a:lnTo>
                <a:lnTo>
                  <a:pt x="897305" y="148501"/>
                </a:lnTo>
                <a:lnTo>
                  <a:pt x="875538" y="143967"/>
                </a:lnTo>
                <a:lnTo>
                  <a:pt x="858177" y="131711"/>
                </a:lnTo>
                <a:lnTo>
                  <a:pt x="846696" y="113728"/>
                </a:lnTo>
                <a:lnTo>
                  <a:pt x="842543" y="92011"/>
                </a:lnTo>
                <a:lnTo>
                  <a:pt x="846658" y="70116"/>
                </a:lnTo>
                <a:lnTo>
                  <a:pt x="858062" y="51993"/>
                </a:lnTo>
                <a:lnTo>
                  <a:pt x="875334" y="39624"/>
                </a:lnTo>
                <a:lnTo>
                  <a:pt x="897064" y="35064"/>
                </a:lnTo>
                <a:lnTo>
                  <a:pt x="907262" y="36042"/>
                </a:lnTo>
                <a:lnTo>
                  <a:pt x="917155" y="38887"/>
                </a:lnTo>
                <a:lnTo>
                  <a:pt x="926414" y="43421"/>
                </a:lnTo>
                <a:lnTo>
                  <a:pt x="934694" y="49491"/>
                </a:lnTo>
                <a:lnTo>
                  <a:pt x="936650" y="51460"/>
                </a:lnTo>
                <a:lnTo>
                  <a:pt x="939101" y="51460"/>
                </a:lnTo>
                <a:lnTo>
                  <a:pt x="940828" y="49491"/>
                </a:lnTo>
                <a:lnTo>
                  <a:pt x="954773" y="35064"/>
                </a:lnTo>
                <a:lnTo>
                  <a:pt x="955725" y="34086"/>
                </a:lnTo>
                <a:lnTo>
                  <a:pt x="957694" y="32131"/>
                </a:lnTo>
                <a:lnTo>
                  <a:pt x="957694" y="29210"/>
                </a:lnTo>
                <a:lnTo>
                  <a:pt x="913650" y="5969"/>
                </a:lnTo>
                <a:lnTo>
                  <a:pt x="896327" y="4521"/>
                </a:lnTo>
                <a:lnTo>
                  <a:pt x="861910" y="11430"/>
                </a:lnTo>
                <a:lnTo>
                  <a:pt x="833882" y="30302"/>
                </a:lnTo>
                <a:lnTo>
                  <a:pt x="815009" y="58343"/>
                </a:lnTo>
                <a:lnTo>
                  <a:pt x="808101" y="92760"/>
                </a:lnTo>
                <a:lnTo>
                  <a:pt x="815009" y="127088"/>
                </a:lnTo>
                <a:lnTo>
                  <a:pt x="833882" y="154952"/>
                </a:lnTo>
                <a:lnTo>
                  <a:pt x="861910" y="173659"/>
                </a:lnTo>
                <a:lnTo>
                  <a:pt x="896327" y="180505"/>
                </a:lnTo>
                <a:lnTo>
                  <a:pt x="912444" y="179070"/>
                </a:lnTo>
                <a:lnTo>
                  <a:pt x="955725" y="156806"/>
                </a:lnTo>
                <a:lnTo>
                  <a:pt x="957910" y="151904"/>
                </a:lnTo>
                <a:close/>
              </a:path>
              <a:path w="3305175" h="181609">
                <a:moveTo>
                  <a:pt x="1132674" y="9169"/>
                </a:moveTo>
                <a:lnTo>
                  <a:pt x="1130490" y="6972"/>
                </a:lnTo>
                <a:lnTo>
                  <a:pt x="1102880" y="6972"/>
                </a:lnTo>
                <a:lnTo>
                  <a:pt x="1100912" y="9169"/>
                </a:lnTo>
                <a:lnTo>
                  <a:pt x="1100912" y="112560"/>
                </a:lnTo>
                <a:lnTo>
                  <a:pt x="1100683" y="112560"/>
                </a:lnTo>
                <a:lnTo>
                  <a:pt x="1059014" y="68300"/>
                </a:lnTo>
                <a:lnTo>
                  <a:pt x="998994" y="4521"/>
                </a:lnTo>
                <a:lnTo>
                  <a:pt x="990434" y="4521"/>
                </a:lnTo>
                <a:lnTo>
                  <a:pt x="988225" y="6489"/>
                </a:lnTo>
                <a:lnTo>
                  <a:pt x="988225" y="175882"/>
                </a:lnTo>
                <a:lnTo>
                  <a:pt x="990434" y="178066"/>
                </a:lnTo>
                <a:lnTo>
                  <a:pt x="1017816" y="178066"/>
                </a:lnTo>
                <a:lnTo>
                  <a:pt x="1019759" y="175882"/>
                </a:lnTo>
                <a:lnTo>
                  <a:pt x="1019759" y="68300"/>
                </a:lnTo>
                <a:lnTo>
                  <a:pt x="1020025" y="68300"/>
                </a:lnTo>
                <a:lnTo>
                  <a:pt x="1122184" y="180505"/>
                </a:lnTo>
                <a:lnTo>
                  <a:pt x="1130490" y="180505"/>
                </a:lnTo>
                <a:lnTo>
                  <a:pt x="1132674" y="178562"/>
                </a:lnTo>
                <a:lnTo>
                  <a:pt x="1132674" y="112560"/>
                </a:lnTo>
                <a:lnTo>
                  <a:pt x="1132674" y="9169"/>
                </a:lnTo>
                <a:close/>
              </a:path>
              <a:path w="3305175" h="181609">
                <a:moveTo>
                  <a:pt x="1206754" y="9169"/>
                </a:moveTo>
                <a:lnTo>
                  <a:pt x="1204556" y="6972"/>
                </a:lnTo>
                <a:lnTo>
                  <a:pt x="1176934" y="6972"/>
                </a:lnTo>
                <a:lnTo>
                  <a:pt x="1174737" y="9169"/>
                </a:lnTo>
                <a:lnTo>
                  <a:pt x="1174737" y="175882"/>
                </a:lnTo>
                <a:lnTo>
                  <a:pt x="1176934" y="178066"/>
                </a:lnTo>
                <a:lnTo>
                  <a:pt x="1204556" y="178066"/>
                </a:lnTo>
                <a:lnTo>
                  <a:pt x="1206754" y="175882"/>
                </a:lnTo>
                <a:lnTo>
                  <a:pt x="1206754" y="9169"/>
                </a:lnTo>
                <a:close/>
              </a:path>
              <a:path w="3305175" h="181609">
                <a:moveTo>
                  <a:pt x="1388605" y="151904"/>
                </a:moveTo>
                <a:lnTo>
                  <a:pt x="1386662" y="150202"/>
                </a:lnTo>
                <a:lnTo>
                  <a:pt x="1385011" y="148501"/>
                </a:lnTo>
                <a:lnTo>
                  <a:pt x="1371523" y="134569"/>
                </a:lnTo>
                <a:lnTo>
                  <a:pt x="1370037" y="133096"/>
                </a:lnTo>
                <a:lnTo>
                  <a:pt x="1367345" y="132829"/>
                </a:lnTo>
                <a:lnTo>
                  <a:pt x="1365377" y="134569"/>
                </a:lnTo>
                <a:lnTo>
                  <a:pt x="1357274" y="140246"/>
                </a:lnTo>
                <a:lnTo>
                  <a:pt x="1348333" y="144640"/>
                </a:lnTo>
                <a:lnTo>
                  <a:pt x="1338580" y="147485"/>
                </a:lnTo>
                <a:lnTo>
                  <a:pt x="1327988" y="148501"/>
                </a:lnTo>
                <a:lnTo>
                  <a:pt x="1306220" y="143967"/>
                </a:lnTo>
                <a:lnTo>
                  <a:pt x="1288872" y="131711"/>
                </a:lnTo>
                <a:lnTo>
                  <a:pt x="1277378" y="113728"/>
                </a:lnTo>
                <a:lnTo>
                  <a:pt x="1273225" y="92011"/>
                </a:lnTo>
                <a:lnTo>
                  <a:pt x="1277340" y="70116"/>
                </a:lnTo>
                <a:lnTo>
                  <a:pt x="1288745" y="51993"/>
                </a:lnTo>
                <a:lnTo>
                  <a:pt x="1306017" y="39624"/>
                </a:lnTo>
                <a:lnTo>
                  <a:pt x="1327746" y="35064"/>
                </a:lnTo>
                <a:lnTo>
                  <a:pt x="1337957" y="36042"/>
                </a:lnTo>
                <a:lnTo>
                  <a:pt x="1347851" y="38887"/>
                </a:lnTo>
                <a:lnTo>
                  <a:pt x="1357096" y="43421"/>
                </a:lnTo>
                <a:lnTo>
                  <a:pt x="1365377" y="49491"/>
                </a:lnTo>
                <a:lnTo>
                  <a:pt x="1367345" y="51460"/>
                </a:lnTo>
                <a:lnTo>
                  <a:pt x="1369783" y="51460"/>
                </a:lnTo>
                <a:lnTo>
                  <a:pt x="1371523" y="49491"/>
                </a:lnTo>
                <a:lnTo>
                  <a:pt x="1385455" y="35064"/>
                </a:lnTo>
                <a:lnTo>
                  <a:pt x="1386408" y="34086"/>
                </a:lnTo>
                <a:lnTo>
                  <a:pt x="1388364" y="32131"/>
                </a:lnTo>
                <a:lnTo>
                  <a:pt x="1388364" y="29210"/>
                </a:lnTo>
                <a:lnTo>
                  <a:pt x="1344333" y="5969"/>
                </a:lnTo>
                <a:lnTo>
                  <a:pt x="1327010" y="4521"/>
                </a:lnTo>
                <a:lnTo>
                  <a:pt x="1292606" y="11430"/>
                </a:lnTo>
                <a:lnTo>
                  <a:pt x="1264564" y="30302"/>
                </a:lnTo>
                <a:lnTo>
                  <a:pt x="1245692" y="58343"/>
                </a:lnTo>
                <a:lnTo>
                  <a:pt x="1238783" y="92760"/>
                </a:lnTo>
                <a:lnTo>
                  <a:pt x="1245692" y="127088"/>
                </a:lnTo>
                <a:lnTo>
                  <a:pt x="1264564" y="154952"/>
                </a:lnTo>
                <a:lnTo>
                  <a:pt x="1292606" y="173659"/>
                </a:lnTo>
                <a:lnTo>
                  <a:pt x="1327010" y="180505"/>
                </a:lnTo>
                <a:lnTo>
                  <a:pt x="1343126" y="179070"/>
                </a:lnTo>
                <a:lnTo>
                  <a:pt x="1386408" y="156806"/>
                </a:lnTo>
                <a:lnTo>
                  <a:pt x="1388605" y="151904"/>
                </a:lnTo>
                <a:close/>
              </a:path>
              <a:path w="3305175" h="181609">
                <a:moveTo>
                  <a:pt x="1584883" y="92760"/>
                </a:moveTo>
                <a:lnTo>
                  <a:pt x="1578013" y="58343"/>
                </a:lnTo>
                <a:lnTo>
                  <a:pt x="1563243" y="36309"/>
                </a:lnTo>
                <a:lnTo>
                  <a:pt x="1559217" y="30302"/>
                </a:lnTo>
                <a:lnTo>
                  <a:pt x="1553095" y="26174"/>
                </a:lnTo>
                <a:lnTo>
                  <a:pt x="1553095" y="92760"/>
                </a:lnTo>
                <a:lnTo>
                  <a:pt x="1548638" y="114490"/>
                </a:lnTo>
                <a:lnTo>
                  <a:pt x="1536534" y="132283"/>
                </a:lnTo>
                <a:lnTo>
                  <a:pt x="1518666" y="144310"/>
                </a:lnTo>
                <a:lnTo>
                  <a:pt x="1496898" y="148729"/>
                </a:lnTo>
                <a:lnTo>
                  <a:pt x="1475143" y="144310"/>
                </a:lnTo>
                <a:lnTo>
                  <a:pt x="1457337" y="132283"/>
                </a:lnTo>
                <a:lnTo>
                  <a:pt x="1445310" y="114490"/>
                </a:lnTo>
                <a:lnTo>
                  <a:pt x="1440903" y="92760"/>
                </a:lnTo>
                <a:lnTo>
                  <a:pt x="1445310" y="70942"/>
                </a:lnTo>
                <a:lnTo>
                  <a:pt x="1457337" y="52971"/>
                </a:lnTo>
                <a:lnTo>
                  <a:pt x="1475143" y="40792"/>
                </a:lnTo>
                <a:lnTo>
                  <a:pt x="1496898" y="36309"/>
                </a:lnTo>
                <a:lnTo>
                  <a:pt x="1518666" y="40792"/>
                </a:lnTo>
                <a:lnTo>
                  <a:pt x="1536534" y="52971"/>
                </a:lnTo>
                <a:lnTo>
                  <a:pt x="1548638" y="70942"/>
                </a:lnTo>
                <a:lnTo>
                  <a:pt x="1553095" y="92760"/>
                </a:lnTo>
                <a:lnTo>
                  <a:pt x="1553095" y="26174"/>
                </a:lnTo>
                <a:lnTo>
                  <a:pt x="1531264" y="11430"/>
                </a:lnTo>
                <a:lnTo>
                  <a:pt x="1496898" y="4521"/>
                </a:lnTo>
                <a:lnTo>
                  <a:pt x="1462557" y="11430"/>
                </a:lnTo>
                <a:lnTo>
                  <a:pt x="1434680" y="30302"/>
                </a:lnTo>
                <a:lnTo>
                  <a:pt x="1415973" y="58343"/>
                </a:lnTo>
                <a:lnTo>
                  <a:pt x="1409141" y="92760"/>
                </a:lnTo>
                <a:lnTo>
                  <a:pt x="1415973" y="127088"/>
                </a:lnTo>
                <a:lnTo>
                  <a:pt x="1434680" y="154952"/>
                </a:lnTo>
                <a:lnTo>
                  <a:pt x="1462557" y="173659"/>
                </a:lnTo>
                <a:lnTo>
                  <a:pt x="1496898" y="180505"/>
                </a:lnTo>
                <a:lnTo>
                  <a:pt x="1531264" y="173659"/>
                </a:lnTo>
                <a:lnTo>
                  <a:pt x="1559217" y="154952"/>
                </a:lnTo>
                <a:lnTo>
                  <a:pt x="1563420" y="148729"/>
                </a:lnTo>
                <a:lnTo>
                  <a:pt x="1578013" y="127088"/>
                </a:lnTo>
                <a:lnTo>
                  <a:pt x="1584883" y="92760"/>
                </a:lnTo>
                <a:close/>
              </a:path>
              <a:path w="3305175" h="181609">
                <a:moveTo>
                  <a:pt x="1946135" y="176390"/>
                </a:moveTo>
                <a:lnTo>
                  <a:pt x="1945386" y="172847"/>
                </a:lnTo>
                <a:lnTo>
                  <a:pt x="1925205" y="62674"/>
                </a:lnTo>
                <a:lnTo>
                  <a:pt x="1914423" y="3784"/>
                </a:lnTo>
                <a:lnTo>
                  <a:pt x="1913902" y="1803"/>
                </a:lnTo>
                <a:lnTo>
                  <a:pt x="1911921" y="0"/>
                </a:lnTo>
                <a:lnTo>
                  <a:pt x="1904136" y="0"/>
                </a:lnTo>
                <a:lnTo>
                  <a:pt x="1902104" y="1282"/>
                </a:lnTo>
                <a:lnTo>
                  <a:pt x="1901596" y="2794"/>
                </a:lnTo>
                <a:lnTo>
                  <a:pt x="1849285" y="131343"/>
                </a:lnTo>
                <a:lnTo>
                  <a:pt x="1848243" y="131343"/>
                </a:lnTo>
                <a:lnTo>
                  <a:pt x="1820164" y="62674"/>
                </a:lnTo>
                <a:lnTo>
                  <a:pt x="1795678" y="2794"/>
                </a:lnTo>
                <a:lnTo>
                  <a:pt x="1795170" y="1282"/>
                </a:lnTo>
                <a:lnTo>
                  <a:pt x="1792897" y="0"/>
                </a:lnTo>
                <a:lnTo>
                  <a:pt x="1785366" y="0"/>
                </a:lnTo>
                <a:lnTo>
                  <a:pt x="1783346" y="1803"/>
                </a:lnTo>
                <a:lnTo>
                  <a:pt x="1782826" y="3784"/>
                </a:lnTo>
                <a:lnTo>
                  <a:pt x="1751634" y="172847"/>
                </a:lnTo>
                <a:lnTo>
                  <a:pt x="1751126" y="176390"/>
                </a:lnTo>
                <a:lnTo>
                  <a:pt x="1752904" y="178638"/>
                </a:lnTo>
                <a:lnTo>
                  <a:pt x="1774774" y="178638"/>
                </a:lnTo>
                <a:lnTo>
                  <a:pt x="1777047" y="176898"/>
                </a:lnTo>
                <a:lnTo>
                  <a:pt x="1777288" y="175107"/>
                </a:lnTo>
                <a:lnTo>
                  <a:pt x="1795411" y="62674"/>
                </a:lnTo>
                <a:lnTo>
                  <a:pt x="1796440" y="62674"/>
                </a:lnTo>
                <a:lnTo>
                  <a:pt x="1841982" y="178396"/>
                </a:lnTo>
                <a:lnTo>
                  <a:pt x="1842465" y="179882"/>
                </a:lnTo>
                <a:lnTo>
                  <a:pt x="1844230" y="181152"/>
                </a:lnTo>
                <a:lnTo>
                  <a:pt x="1853031" y="181152"/>
                </a:lnTo>
                <a:lnTo>
                  <a:pt x="1854517" y="179882"/>
                </a:lnTo>
                <a:lnTo>
                  <a:pt x="1855038" y="178396"/>
                </a:lnTo>
                <a:lnTo>
                  <a:pt x="1873453" y="131343"/>
                </a:lnTo>
                <a:lnTo>
                  <a:pt x="1900339" y="62674"/>
                </a:lnTo>
                <a:lnTo>
                  <a:pt x="1901075" y="62674"/>
                </a:lnTo>
                <a:lnTo>
                  <a:pt x="1919706" y="175107"/>
                </a:lnTo>
                <a:lnTo>
                  <a:pt x="1920214" y="176898"/>
                </a:lnTo>
                <a:lnTo>
                  <a:pt x="1922221" y="178638"/>
                </a:lnTo>
                <a:lnTo>
                  <a:pt x="1944395" y="178638"/>
                </a:lnTo>
                <a:lnTo>
                  <a:pt x="1946135" y="176390"/>
                </a:lnTo>
                <a:close/>
              </a:path>
              <a:path w="3305175" h="181609">
                <a:moveTo>
                  <a:pt x="2008530" y="4813"/>
                </a:moveTo>
                <a:lnTo>
                  <a:pt x="2006282" y="2552"/>
                </a:lnTo>
                <a:lnTo>
                  <a:pt x="1984654" y="2552"/>
                </a:lnTo>
                <a:lnTo>
                  <a:pt x="1982355" y="4813"/>
                </a:lnTo>
                <a:lnTo>
                  <a:pt x="1982355" y="176390"/>
                </a:lnTo>
                <a:lnTo>
                  <a:pt x="1984654" y="178638"/>
                </a:lnTo>
                <a:lnTo>
                  <a:pt x="2006282" y="178638"/>
                </a:lnTo>
                <a:lnTo>
                  <a:pt x="2008530" y="176390"/>
                </a:lnTo>
                <a:lnTo>
                  <a:pt x="2008530" y="4813"/>
                </a:lnTo>
                <a:close/>
              </a:path>
              <a:path w="3305175" h="181609">
                <a:moveTo>
                  <a:pt x="2156485" y="157543"/>
                </a:moveTo>
                <a:lnTo>
                  <a:pt x="2154453" y="155270"/>
                </a:lnTo>
                <a:lnTo>
                  <a:pt x="2083549" y="155270"/>
                </a:lnTo>
                <a:lnTo>
                  <a:pt x="2083549" y="4813"/>
                </a:lnTo>
                <a:lnTo>
                  <a:pt x="2081250" y="2552"/>
                </a:lnTo>
                <a:lnTo>
                  <a:pt x="2059368" y="2552"/>
                </a:lnTo>
                <a:lnTo>
                  <a:pt x="2057336" y="4813"/>
                </a:lnTo>
                <a:lnTo>
                  <a:pt x="2057336" y="176390"/>
                </a:lnTo>
                <a:lnTo>
                  <a:pt x="2059368" y="178638"/>
                </a:lnTo>
                <a:lnTo>
                  <a:pt x="2154453" y="178638"/>
                </a:lnTo>
                <a:lnTo>
                  <a:pt x="2156485" y="176390"/>
                </a:lnTo>
                <a:lnTo>
                  <a:pt x="2156485" y="157543"/>
                </a:lnTo>
                <a:close/>
              </a:path>
              <a:path w="3305175" h="181609">
                <a:moveTo>
                  <a:pt x="2338413" y="175348"/>
                </a:moveTo>
                <a:lnTo>
                  <a:pt x="2336889" y="172123"/>
                </a:lnTo>
                <a:lnTo>
                  <a:pt x="2322512" y="140411"/>
                </a:lnTo>
                <a:lnTo>
                  <a:pt x="2312708" y="118757"/>
                </a:lnTo>
                <a:lnTo>
                  <a:pt x="2285784" y="59372"/>
                </a:lnTo>
                <a:lnTo>
                  <a:pt x="2285784" y="118757"/>
                </a:lnTo>
                <a:lnTo>
                  <a:pt x="2222919" y="118757"/>
                </a:lnTo>
                <a:lnTo>
                  <a:pt x="2253589" y="49834"/>
                </a:lnTo>
                <a:lnTo>
                  <a:pt x="2254872" y="49834"/>
                </a:lnTo>
                <a:lnTo>
                  <a:pt x="2285784" y="118757"/>
                </a:lnTo>
                <a:lnTo>
                  <a:pt x="2285784" y="59372"/>
                </a:lnTo>
                <a:lnTo>
                  <a:pt x="2281466" y="49834"/>
                </a:lnTo>
                <a:lnTo>
                  <a:pt x="2260142" y="2794"/>
                </a:lnTo>
                <a:lnTo>
                  <a:pt x="2259406" y="1282"/>
                </a:lnTo>
                <a:lnTo>
                  <a:pt x="2257133" y="0"/>
                </a:lnTo>
                <a:lnTo>
                  <a:pt x="2252103" y="0"/>
                </a:lnTo>
                <a:lnTo>
                  <a:pt x="2249817" y="1282"/>
                </a:lnTo>
                <a:lnTo>
                  <a:pt x="2249081" y="2794"/>
                </a:lnTo>
                <a:lnTo>
                  <a:pt x="2170328" y="175348"/>
                </a:lnTo>
                <a:lnTo>
                  <a:pt x="2172335" y="178638"/>
                </a:lnTo>
                <a:lnTo>
                  <a:pt x="2194979" y="178638"/>
                </a:lnTo>
                <a:lnTo>
                  <a:pt x="2196998" y="176657"/>
                </a:lnTo>
                <a:lnTo>
                  <a:pt x="2197747" y="174904"/>
                </a:lnTo>
                <a:lnTo>
                  <a:pt x="2201557" y="166230"/>
                </a:lnTo>
                <a:lnTo>
                  <a:pt x="2209266" y="149034"/>
                </a:lnTo>
                <a:lnTo>
                  <a:pt x="2213089" y="140411"/>
                </a:lnTo>
                <a:lnTo>
                  <a:pt x="2295360" y="140411"/>
                </a:lnTo>
                <a:lnTo>
                  <a:pt x="2310968" y="174904"/>
                </a:lnTo>
                <a:lnTo>
                  <a:pt x="2311984" y="177114"/>
                </a:lnTo>
                <a:lnTo>
                  <a:pt x="2313762" y="178638"/>
                </a:lnTo>
                <a:lnTo>
                  <a:pt x="2336393" y="178638"/>
                </a:lnTo>
                <a:lnTo>
                  <a:pt x="2338413" y="175348"/>
                </a:lnTo>
                <a:close/>
              </a:path>
              <a:path w="3305175" h="181609">
                <a:moveTo>
                  <a:pt x="2508237" y="4813"/>
                </a:moveTo>
                <a:lnTo>
                  <a:pt x="2505964" y="2552"/>
                </a:lnTo>
                <a:lnTo>
                  <a:pt x="2484590" y="2552"/>
                </a:lnTo>
                <a:lnTo>
                  <a:pt x="2482558" y="4813"/>
                </a:lnTo>
                <a:lnTo>
                  <a:pt x="2482558" y="126301"/>
                </a:lnTo>
                <a:lnTo>
                  <a:pt x="2482316" y="126301"/>
                </a:lnTo>
                <a:lnTo>
                  <a:pt x="2417508" y="51346"/>
                </a:lnTo>
                <a:lnTo>
                  <a:pt x="2373109" y="0"/>
                </a:lnTo>
                <a:lnTo>
                  <a:pt x="2364308" y="0"/>
                </a:lnTo>
                <a:lnTo>
                  <a:pt x="2362047" y="2032"/>
                </a:lnTo>
                <a:lnTo>
                  <a:pt x="2362047" y="176390"/>
                </a:lnTo>
                <a:lnTo>
                  <a:pt x="2364308" y="178638"/>
                </a:lnTo>
                <a:lnTo>
                  <a:pt x="2385415" y="178638"/>
                </a:lnTo>
                <a:lnTo>
                  <a:pt x="2387447" y="176390"/>
                </a:lnTo>
                <a:lnTo>
                  <a:pt x="2387447" y="51346"/>
                </a:lnTo>
                <a:lnTo>
                  <a:pt x="2387714" y="51346"/>
                </a:lnTo>
                <a:lnTo>
                  <a:pt x="2496909" y="181152"/>
                </a:lnTo>
                <a:lnTo>
                  <a:pt x="2505964" y="181152"/>
                </a:lnTo>
                <a:lnTo>
                  <a:pt x="2508237" y="179158"/>
                </a:lnTo>
                <a:lnTo>
                  <a:pt x="2508237" y="126301"/>
                </a:lnTo>
                <a:lnTo>
                  <a:pt x="2508237" y="4813"/>
                </a:lnTo>
                <a:close/>
              </a:path>
              <a:path w="3305175" h="181609">
                <a:moveTo>
                  <a:pt x="2725128" y="90855"/>
                </a:moveTo>
                <a:lnTo>
                  <a:pt x="2718054" y="55435"/>
                </a:lnTo>
                <a:lnTo>
                  <a:pt x="2699956" y="28422"/>
                </a:lnTo>
                <a:lnTo>
                  <a:pt x="2699956" y="90855"/>
                </a:lnTo>
                <a:lnTo>
                  <a:pt x="2694800" y="116192"/>
                </a:lnTo>
                <a:lnTo>
                  <a:pt x="2680741" y="136906"/>
                </a:lnTo>
                <a:lnTo>
                  <a:pt x="2659938" y="150901"/>
                </a:lnTo>
                <a:lnTo>
                  <a:pt x="2634526" y="156032"/>
                </a:lnTo>
                <a:lnTo>
                  <a:pt x="2609278" y="150901"/>
                </a:lnTo>
                <a:lnTo>
                  <a:pt x="2588552" y="136906"/>
                </a:lnTo>
                <a:lnTo>
                  <a:pt x="2574531" y="116192"/>
                </a:lnTo>
                <a:lnTo>
                  <a:pt x="2569375" y="90855"/>
                </a:lnTo>
                <a:lnTo>
                  <a:pt x="2574531" y="65519"/>
                </a:lnTo>
                <a:lnTo>
                  <a:pt x="2588552" y="44627"/>
                </a:lnTo>
                <a:lnTo>
                  <a:pt x="2609278" y="30441"/>
                </a:lnTo>
                <a:lnTo>
                  <a:pt x="2634526" y="25209"/>
                </a:lnTo>
                <a:lnTo>
                  <a:pt x="2659938" y="30441"/>
                </a:lnTo>
                <a:lnTo>
                  <a:pt x="2680741" y="44627"/>
                </a:lnTo>
                <a:lnTo>
                  <a:pt x="2694800" y="65519"/>
                </a:lnTo>
                <a:lnTo>
                  <a:pt x="2699956" y="90855"/>
                </a:lnTo>
                <a:lnTo>
                  <a:pt x="2699956" y="28422"/>
                </a:lnTo>
                <a:lnTo>
                  <a:pt x="2698712" y="26555"/>
                </a:lnTo>
                <a:lnTo>
                  <a:pt x="2696705" y="25209"/>
                </a:lnTo>
                <a:lnTo>
                  <a:pt x="2669921" y="7112"/>
                </a:lnTo>
                <a:lnTo>
                  <a:pt x="2634526" y="0"/>
                </a:lnTo>
                <a:lnTo>
                  <a:pt x="2599194" y="7112"/>
                </a:lnTo>
                <a:lnTo>
                  <a:pt x="2570505" y="26555"/>
                </a:lnTo>
                <a:lnTo>
                  <a:pt x="2551252" y="55435"/>
                </a:lnTo>
                <a:lnTo>
                  <a:pt x="2544216" y="90855"/>
                </a:lnTo>
                <a:lnTo>
                  <a:pt x="2551252" y="126187"/>
                </a:lnTo>
                <a:lnTo>
                  <a:pt x="2570505" y="154863"/>
                </a:lnTo>
                <a:lnTo>
                  <a:pt x="2599194" y="174117"/>
                </a:lnTo>
                <a:lnTo>
                  <a:pt x="2634526" y="181152"/>
                </a:lnTo>
                <a:lnTo>
                  <a:pt x="2669921" y="174117"/>
                </a:lnTo>
                <a:lnTo>
                  <a:pt x="2696972" y="156032"/>
                </a:lnTo>
                <a:lnTo>
                  <a:pt x="2698712" y="154863"/>
                </a:lnTo>
                <a:lnTo>
                  <a:pt x="2718054" y="126187"/>
                </a:lnTo>
                <a:lnTo>
                  <a:pt x="2725128" y="90855"/>
                </a:lnTo>
                <a:close/>
              </a:path>
              <a:path w="3305175" h="181609">
                <a:moveTo>
                  <a:pt x="2890990" y="160489"/>
                </a:moveTo>
                <a:lnTo>
                  <a:pt x="2888958" y="158508"/>
                </a:lnTo>
                <a:lnTo>
                  <a:pt x="2858516" y="158508"/>
                </a:lnTo>
                <a:lnTo>
                  <a:pt x="2858516" y="46062"/>
                </a:lnTo>
                <a:lnTo>
                  <a:pt x="2858516" y="9855"/>
                </a:lnTo>
                <a:lnTo>
                  <a:pt x="2856496" y="7594"/>
                </a:lnTo>
                <a:lnTo>
                  <a:pt x="2841650" y="7594"/>
                </a:lnTo>
                <a:lnTo>
                  <a:pt x="2804185" y="41541"/>
                </a:lnTo>
                <a:lnTo>
                  <a:pt x="2803156" y="42532"/>
                </a:lnTo>
                <a:lnTo>
                  <a:pt x="2802661" y="44564"/>
                </a:lnTo>
                <a:lnTo>
                  <a:pt x="2803410" y="46570"/>
                </a:lnTo>
                <a:lnTo>
                  <a:pt x="2806446" y="55359"/>
                </a:lnTo>
                <a:lnTo>
                  <a:pt x="2807208" y="57619"/>
                </a:lnTo>
                <a:lnTo>
                  <a:pt x="2809697" y="58140"/>
                </a:lnTo>
                <a:lnTo>
                  <a:pt x="2811970" y="57150"/>
                </a:lnTo>
                <a:lnTo>
                  <a:pt x="2833852" y="46062"/>
                </a:lnTo>
                <a:lnTo>
                  <a:pt x="2833852" y="158508"/>
                </a:lnTo>
                <a:lnTo>
                  <a:pt x="2795854" y="158508"/>
                </a:lnTo>
                <a:lnTo>
                  <a:pt x="2793860" y="160489"/>
                </a:lnTo>
                <a:lnTo>
                  <a:pt x="2793860" y="176657"/>
                </a:lnTo>
                <a:lnTo>
                  <a:pt x="2795854" y="178638"/>
                </a:lnTo>
                <a:lnTo>
                  <a:pt x="2888958" y="178638"/>
                </a:lnTo>
                <a:lnTo>
                  <a:pt x="2890990" y="176657"/>
                </a:lnTo>
                <a:lnTo>
                  <a:pt x="2890990" y="160489"/>
                </a:lnTo>
                <a:close/>
              </a:path>
              <a:path w="3305175" h="181609">
                <a:moveTo>
                  <a:pt x="3035643" y="132829"/>
                </a:moveTo>
                <a:lnTo>
                  <a:pt x="3032518" y="117894"/>
                </a:lnTo>
                <a:lnTo>
                  <a:pt x="3024759" y="105714"/>
                </a:lnTo>
                <a:lnTo>
                  <a:pt x="3021952" y="103136"/>
                </a:lnTo>
                <a:lnTo>
                  <a:pt x="3014840" y="96596"/>
                </a:lnTo>
                <a:lnTo>
                  <a:pt x="3009468" y="93395"/>
                </a:lnTo>
                <a:lnTo>
                  <a:pt x="3009468" y="133375"/>
                </a:lnTo>
                <a:lnTo>
                  <a:pt x="3006953" y="144754"/>
                </a:lnTo>
                <a:lnTo>
                  <a:pt x="3000070" y="153390"/>
                </a:lnTo>
                <a:lnTo>
                  <a:pt x="2989834" y="158851"/>
                </a:lnTo>
                <a:lnTo>
                  <a:pt x="2977273" y="160769"/>
                </a:lnTo>
                <a:lnTo>
                  <a:pt x="2965310" y="158813"/>
                </a:lnTo>
                <a:lnTo>
                  <a:pt x="2955201" y="153289"/>
                </a:lnTo>
                <a:lnTo>
                  <a:pt x="2948216" y="144653"/>
                </a:lnTo>
                <a:lnTo>
                  <a:pt x="2945600" y="133375"/>
                </a:lnTo>
                <a:lnTo>
                  <a:pt x="2947720" y="123431"/>
                </a:lnTo>
                <a:lnTo>
                  <a:pt x="2953905" y="114363"/>
                </a:lnTo>
                <a:lnTo>
                  <a:pt x="2963926" y="107251"/>
                </a:lnTo>
                <a:lnTo>
                  <a:pt x="2977515" y="103136"/>
                </a:lnTo>
                <a:lnTo>
                  <a:pt x="2991104" y="107251"/>
                </a:lnTo>
                <a:lnTo>
                  <a:pt x="3001137" y="114363"/>
                </a:lnTo>
                <a:lnTo>
                  <a:pt x="3007347" y="123431"/>
                </a:lnTo>
                <a:lnTo>
                  <a:pt x="3009468" y="133375"/>
                </a:lnTo>
                <a:lnTo>
                  <a:pt x="3009468" y="93395"/>
                </a:lnTo>
                <a:lnTo>
                  <a:pt x="3005213" y="90855"/>
                </a:lnTo>
                <a:lnTo>
                  <a:pt x="3005213" y="89852"/>
                </a:lnTo>
                <a:lnTo>
                  <a:pt x="3013824" y="84175"/>
                </a:lnTo>
                <a:lnTo>
                  <a:pt x="3018904" y="79019"/>
                </a:lnTo>
                <a:lnTo>
                  <a:pt x="3022219" y="75653"/>
                </a:lnTo>
                <a:lnTo>
                  <a:pt x="3028607" y="64541"/>
                </a:lnTo>
                <a:lnTo>
                  <a:pt x="3031134" y="51104"/>
                </a:lnTo>
                <a:lnTo>
                  <a:pt x="3027070" y="32219"/>
                </a:lnTo>
                <a:lnTo>
                  <a:pt x="3021990" y="25679"/>
                </a:lnTo>
                <a:lnTo>
                  <a:pt x="3015805" y="17691"/>
                </a:lnTo>
                <a:lnTo>
                  <a:pt x="3005721" y="12179"/>
                </a:lnTo>
                <a:lnTo>
                  <a:pt x="3005721" y="52095"/>
                </a:lnTo>
                <a:lnTo>
                  <a:pt x="3004045" y="61544"/>
                </a:lnTo>
                <a:lnTo>
                  <a:pt x="2998889" y="69519"/>
                </a:lnTo>
                <a:lnTo>
                  <a:pt x="2990100" y="75526"/>
                </a:lnTo>
                <a:lnTo>
                  <a:pt x="2977515" y="79019"/>
                </a:lnTo>
                <a:lnTo>
                  <a:pt x="2964840" y="75438"/>
                </a:lnTo>
                <a:lnTo>
                  <a:pt x="2956077" y="69507"/>
                </a:lnTo>
                <a:lnTo>
                  <a:pt x="2950984" y="61607"/>
                </a:lnTo>
                <a:lnTo>
                  <a:pt x="2949333" y="52095"/>
                </a:lnTo>
                <a:lnTo>
                  <a:pt x="2951505" y="41490"/>
                </a:lnTo>
                <a:lnTo>
                  <a:pt x="2957398" y="33134"/>
                </a:lnTo>
                <a:lnTo>
                  <a:pt x="2966110" y="27647"/>
                </a:lnTo>
                <a:lnTo>
                  <a:pt x="2976753" y="25679"/>
                </a:lnTo>
                <a:lnTo>
                  <a:pt x="2988284" y="27647"/>
                </a:lnTo>
                <a:lnTo>
                  <a:pt x="2997466" y="33134"/>
                </a:lnTo>
                <a:lnTo>
                  <a:pt x="3003537" y="41490"/>
                </a:lnTo>
                <a:lnTo>
                  <a:pt x="3005721" y="52095"/>
                </a:lnTo>
                <a:lnTo>
                  <a:pt x="3005721" y="12179"/>
                </a:lnTo>
                <a:lnTo>
                  <a:pt x="2998749" y="8356"/>
                </a:lnTo>
                <a:lnTo>
                  <a:pt x="2977273" y="5054"/>
                </a:lnTo>
                <a:lnTo>
                  <a:pt x="2956191" y="8356"/>
                </a:lnTo>
                <a:lnTo>
                  <a:pt x="2939275" y="17691"/>
                </a:lnTo>
                <a:lnTo>
                  <a:pt x="2928023" y="32219"/>
                </a:lnTo>
                <a:lnTo>
                  <a:pt x="2923933" y="51104"/>
                </a:lnTo>
                <a:lnTo>
                  <a:pt x="2926461" y="64693"/>
                </a:lnTo>
                <a:lnTo>
                  <a:pt x="2932836" y="75882"/>
                </a:lnTo>
                <a:lnTo>
                  <a:pt x="2941243" y="84429"/>
                </a:lnTo>
                <a:lnTo>
                  <a:pt x="2949854" y="90093"/>
                </a:lnTo>
                <a:lnTo>
                  <a:pt x="2949854" y="90855"/>
                </a:lnTo>
                <a:lnTo>
                  <a:pt x="2941167" y="96139"/>
                </a:lnTo>
                <a:lnTo>
                  <a:pt x="2931134" y="105257"/>
                </a:lnTo>
                <a:lnTo>
                  <a:pt x="2922854" y="117652"/>
                </a:lnTo>
                <a:lnTo>
                  <a:pt x="2919399" y="132829"/>
                </a:lnTo>
                <a:lnTo>
                  <a:pt x="2923451" y="151942"/>
                </a:lnTo>
                <a:lnTo>
                  <a:pt x="2935020" y="167271"/>
                </a:lnTo>
                <a:lnTo>
                  <a:pt x="2953181" y="177457"/>
                </a:lnTo>
                <a:lnTo>
                  <a:pt x="2977032" y="181152"/>
                </a:lnTo>
                <a:lnTo>
                  <a:pt x="3001568" y="177457"/>
                </a:lnTo>
                <a:lnTo>
                  <a:pt x="3020009" y="167271"/>
                </a:lnTo>
                <a:lnTo>
                  <a:pt x="3024936" y="160769"/>
                </a:lnTo>
                <a:lnTo>
                  <a:pt x="3031617" y="151942"/>
                </a:lnTo>
                <a:lnTo>
                  <a:pt x="3035643" y="132829"/>
                </a:lnTo>
                <a:close/>
              </a:path>
              <a:path w="3305175" h="181609">
                <a:moveTo>
                  <a:pt x="3177057" y="123532"/>
                </a:moveTo>
                <a:lnTo>
                  <a:pt x="3172599" y="100368"/>
                </a:lnTo>
                <a:lnTo>
                  <a:pt x="3165157" y="89611"/>
                </a:lnTo>
                <a:lnTo>
                  <a:pt x="3160776" y="83235"/>
                </a:lnTo>
                <a:lnTo>
                  <a:pt x="3153892" y="78905"/>
                </a:lnTo>
                <a:lnTo>
                  <a:pt x="3153892" y="123799"/>
                </a:lnTo>
                <a:lnTo>
                  <a:pt x="3151327" y="137185"/>
                </a:lnTo>
                <a:lnTo>
                  <a:pt x="3144278" y="148221"/>
                </a:lnTo>
                <a:lnTo>
                  <a:pt x="3133737" y="155740"/>
                </a:lnTo>
                <a:lnTo>
                  <a:pt x="3120707" y="158508"/>
                </a:lnTo>
                <a:lnTo>
                  <a:pt x="3103410" y="153695"/>
                </a:lnTo>
                <a:lnTo>
                  <a:pt x="3092297" y="141541"/>
                </a:lnTo>
                <a:lnTo>
                  <a:pt x="3086697" y="125425"/>
                </a:lnTo>
                <a:lnTo>
                  <a:pt x="3085973" y="108737"/>
                </a:lnTo>
                <a:lnTo>
                  <a:pt x="3089198" y="103809"/>
                </a:lnTo>
                <a:lnTo>
                  <a:pt x="3096323" y="97459"/>
                </a:lnTo>
                <a:lnTo>
                  <a:pt x="3106890" y="91948"/>
                </a:lnTo>
                <a:lnTo>
                  <a:pt x="3120466" y="89611"/>
                </a:lnTo>
                <a:lnTo>
                  <a:pt x="3133534" y="92290"/>
                </a:lnTo>
                <a:lnTo>
                  <a:pt x="3144151" y="99618"/>
                </a:lnTo>
                <a:lnTo>
                  <a:pt x="3151289" y="110490"/>
                </a:lnTo>
                <a:lnTo>
                  <a:pt x="3153892" y="123799"/>
                </a:lnTo>
                <a:lnTo>
                  <a:pt x="3153892" y="78905"/>
                </a:lnTo>
                <a:lnTo>
                  <a:pt x="3152876" y="78257"/>
                </a:lnTo>
                <a:lnTo>
                  <a:pt x="3143948" y="72605"/>
                </a:lnTo>
                <a:lnTo>
                  <a:pt x="3124479" y="68961"/>
                </a:lnTo>
                <a:lnTo>
                  <a:pt x="3112401" y="70231"/>
                </a:lnTo>
                <a:lnTo>
                  <a:pt x="3102152" y="73139"/>
                </a:lnTo>
                <a:lnTo>
                  <a:pt x="3094698" y="76276"/>
                </a:lnTo>
                <a:lnTo>
                  <a:pt x="3090976" y="78257"/>
                </a:lnTo>
                <a:lnTo>
                  <a:pt x="3102229" y="57048"/>
                </a:lnTo>
                <a:lnTo>
                  <a:pt x="3119717" y="40271"/>
                </a:lnTo>
                <a:lnTo>
                  <a:pt x="3137801" y="28587"/>
                </a:lnTo>
                <a:lnTo>
                  <a:pt x="3150870" y="22656"/>
                </a:lnTo>
                <a:lnTo>
                  <a:pt x="3155696" y="21145"/>
                </a:lnTo>
                <a:lnTo>
                  <a:pt x="3156674" y="18364"/>
                </a:lnTo>
                <a:lnTo>
                  <a:pt x="3155404" y="15379"/>
                </a:lnTo>
                <a:lnTo>
                  <a:pt x="3151149" y="5054"/>
                </a:lnTo>
                <a:lnTo>
                  <a:pt x="3150120" y="2273"/>
                </a:lnTo>
                <a:lnTo>
                  <a:pt x="3147860" y="1041"/>
                </a:lnTo>
                <a:lnTo>
                  <a:pt x="3094532" y="33362"/>
                </a:lnTo>
                <a:lnTo>
                  <a:pt x="3071317" y="65354"/>
                </a:lnTo>
                <a:lnTo>
                  <a:pt x="3061563" y="110680"/>
                </a:lnTo>
                <a:lnTo>
                  <a:pt x="3065183" y="138036"/>
                </a:lnTo>
                <a:lnTo>
                  <a:pt x="3076156" y="160451"/>
                </a:lnTo>
                <a:lnTo>
                  <a:pt x="3094685" y="175590"/>
                </a:lnTo>
                <a:lnTo>
                  <a:pt x="3120948" y="181152"/>
                </a:lnTo>
                <a:lnTo>
                  <a:pt x="3142564" y="176606"/>
                </a:lnTo>
                <a:lnTo>
                  <a:pt x="3160420" y="164236"/>
                </a:lnTo>
                <a:lnTo>
                  <a:pt x="3164230" y="158508"/>
                </a:lnTo>
                <a:lnTo>
                  <a:pt x="3172574" y="145923"/>
                </a:lnTo>
                <a:lnTo>
                  <a:pt x="3177057" y="123532"/>
                </a:lnTo>
                <a:close/>
              </a:path>
              <a:path w="3305175" h="181609">
                <a:moveTo>
                  <a:pt x="3304641" y="133096"/>
                </a:moveTo>
                <a:lnTo>
                  <a:pt x="3301542" y="118135"/>
                </a:lnTo>
                <a:lnTo>
                  <a:pt x="3293846" y="105981"/>
                </a:lnTo>
                <a:lnTo>
                  <a:pt x="3283915" y="96951"/>
                </a:lnTo>
                <a:lnTo>
                  <a:pt x="3274161" y="91363"/>
                </a:lnTo>
                <a:lnTo>
                  <a:pt x="3274161" y="90614"/>
                </a:lnTo>
                <a:lnTo>
                  <a:pt x="3282988" y="84924"/>
                </a:lnTo>
                <a:lnTo>
                  <a:pt x="3291382" y="76136"/>
                </a:lnTo>
                <a:lnTo>
                  <a:pt x="3297644" y="64693"/>
                </a:lnTo>
                <a:lnTo>
                  <a:pt x="3300107" y="51104"/>
                </a:lnTo>
                <a:lnTo>
                  <a:pt x="3295980" y="32004"/>
                </a:lnTo>
                <a:lnTo>
                  <a:pt x="3292449" y="27457"/>
                </a:lnTo>
                <a:lnTo>
                  <a:pt x="3284753" y="17513"/>
                </a:lnTo>
                <a:lnTo>
                  <a:pt x="3268027" y="8280"/>
                </a:lnTo>
                <a:lnTo>
                  <a:pt x="3247491" y="5054"/>
                </a:lnTo>
                <a:lnTo>
                  <a:pt x="3228657" y="8509"/>
                </a:lnTo>
                <a:lnTo>
                  <a:pt x="3213938" y="16116"/>
                </a:lnTo>
                <a:lnTo>
                  <a:pt x="3204362" y="23723"/>
                </a:lnTo>
                <a:lnTo>
                  <a:pt x="3199193" y="28981"/>
                </a:lnTo>
                <a:lnTo>
                  <a:pt x="3198952" y="32004"/>
                </a:lnTo>
                <a:lnTo>
                  <a:pt x="3200946" y="33756"/>
                </a:lnTo>
                <a:lnTo>
                  <a:pt x="3210242" y="42049"/>
                </a:lnTo>
                <a:lnTo>
                  <a:pt x="3212528" y="44043"/>
                </a:lnTo>
                <a:lnTo>
                  <a:pt x="3215297" y="43561"/>
                </a:lnTo>
                <a:lnTo>
                  <a:pt x="3216795" y="41541"/>
                </a:lnTo>
                <a:lnTo>
                  <a:pt x="3221367" y="37007"/>
                </a:lnTo>
                <a:lnTo>
                  <a:pt x="3227616" y="32423"/>
                </a:lnTo>
                <a:lnTo>
                  <a:pt x="3235756" y="28879"/>
                </a:lnTo>
                <a:lnTo>
                  <a:pt x="3245980" y="27457"/>
                </a:lnTo>
                <a:lnTo>
                  <a:pt x="3256724" y="29362"/>
                </a:lnTo>
                <a:lnTo>
                  <a:pt x="3265894" y="34836"/>
                </a:lnTo>
                <a:lnTo>
                  <a:pt x="3272282" y="43472"/>
                </a:lnTo>
                <a:lnTo>
                  <a:pt x="3274669" y="54876"/>
                </a:lnTo>
                <a:lnTo>
                  <a:pt x="3272459" y="65328"/>
                </a:lnTo>
                <a:lnTo>
                  <a:pt x="3265817" y="73888"/>
                </a:lnTo>
                <a:lnTo>
                  <a:pt x="3254743" y="79667"/>
                </a:lnTo>
                <a:lnTo>
                  <a:pt x="3239224" y="81788"/>
                </a:lnTo>
                <a:lnTo>
                  <a:pt x="3221571" y="81788"/>
                </a:lnTo>
                <a:lnTo>
                  <a:pt x="3220085" y="83299"/>
                </a:lnTo>
                <a:lnTo>
                  <a:pt x="3220085" y="101384"/>
                </a:lnTo>
                <a:lnTo>
                  <a:pt x="3222091" y="103136"/>
                </a:lnTo>
                <a:lnTo>
                  <a:pt x="3238944" y="103136"/>
                </a:lnTo>
                <a:lnTo>
                  <a:pt x="3256521" y="105613"/>
                </a:lnTo>
                <a:lnTo>
                  <a:pt x="3268929" y="112204"/>
                </a:lnTo>
                <a:lnTo>
                  <a:pt x="3276295" y="121627"/>
                </a:lnTo>
                <a:lnTo>
                  <a:pt x="3278721" y="132588"/>
                </a:lnTo>
                <a:lnTo>
                  <a:pt x="3276104" y="143929"/>
                </a:lnTo>
                <a:lnTo>
                  <a:pt x="3269119" y="152476"/>
                </a:lnTo>
                <a:lnTo>
                  <a:pt x="3259074" y="157861"/>
                </a:lnTo>
                <a:lnTo>
                  <a:pt x="3247250" y="159740"/>
                </a:lnTo>
                <a:lnTo>
                  <a:pt x="3234258" y="157594"/>
                </a:lnTo>
                <a:lnTo>
                  <a:pt x="3223717" y="152717"/>
                </a:lnTo>
                <a:lnTo>
                  <a:pt x="3216389" y="147447"/>
                </a:lnTo>
                <a:lnTo>
                  <a:pt x="3213023" y="144145"/>
                </a:lnTo>
                <a:lnTo>
                  <a:pt x="3211004" y="141884"/>
                </a:lnTo>
                <a:lnTo>
                  <a:pt x="3208731" y="141693"/>
                </a:lnTo>
                <a:lnTo>
                  <a:pt x="3206229" y="143637"/>
                </a:lnTo>
                <a:lnTo>
                  <a:pt x="3196412" y="152742"/>
                </a:lnTo>
                <a:lnTo>
                  <a:pt x="3194672" y="154241"/>
                </a:lnTo>
                <a:lnTo>
                  <a:pt x="3194672" y="156997"/>
                </a:lnTo>
                <a:lnTo>
                  <a:pt x="3196183" y="158750"/>
                </a:lnTo>
                <a:lnTo>
                  <a:pt x="3202190" y="165023"/>
                </a:lnTo>
                <a:lnTo>
                  <a:pt x="3212338" y="172415"/>
                </a:lnTo>
                <a:lnTo>
                  <a:pt x="3227324" y="178574"/>
                </a:lnTo>
                <a:lnTo>
                  <a:pt x="3247771" y="181152"/>
                </a:lnTo>
                <a:lnTo>
                  <a:pt x="3271304" y="177495"/>
                </a:lnTo>
                <a:lnTo>
                  <a:pt x="3289223" y="167386"/>
                </a:lnTo>
                <a:lnTo>
                  <a:pt x="3294964" y="159740"/>
                </a:lnTo>
                <a:lnTo>
                  <a:pt x="3300641" y="152158"/>
                </a:lnTo>
                <a:lnTo>
                  <a:pt x="3304641" y="133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BF3355D6-E953-8CFE-C581-49F24E201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500" y="6443089"/>
            <a:ext cx="3844290" cy="230832"/>
          </a:xfrm>
          <a:prstGeom prst="rect">
            <a:avLst/>
          </a:prstGeom>
        </p:spPr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Lato"/>
                <a:cs typeface="Lato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it-IT" spc="-5" dirty="0"/>
              <a:t>Attilio Frangi</a:t>
            </a:r>
            <a:endParaRPr spc="-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11.png"/><Relationship Id="rId21" Type="http://schemas.openxmlformats.org/officeDocument/2006/relationships/image" Target="../media/image12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2" Type="http://schemas.openxmlformats.org/officeDocument/2006/relationships/image" Target="../media/image110.png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6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Relationship Id="rId30" Type="http://schemas.openxmlformats.org/officeDocument/2006/relationships/image" Target="../media/image13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5810" cy="6858000"/>
            <a:chOff x="0" y="0"/>
            <a:chExt cx="12195810" cy="6858000"/>
          </a:xfrm>
        </p:grpSpPr>
        <p:sp>
          <p:nvSpPr>
            <p:cNvPr id="3" name="object 3"/>
            <p:cNvSpPr/>
            <p:nvPr/>
          </p:nvSpPr>
          <p:spPr>
            <a:xfrm>
              <a:off x="1443037" y="0"/>
              <a:ext cx="10746105" cy="6858000"/>
            </a:xfrm>
            <a:custGeom>
              <a:avLst/>
              <a:gdLst/>
              <a:ahLst/>
              <a:cxnLst/>
              <a:rect l="l" t="t" r="r" b="b"/>
              <a:pathLst>
                <a:path w="10746105" h="6858000">
                  <a:moveTo>
                    <a:pt x="1074591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745914" y="6858000"/>
                  </a:lnTo>
                  <a:lnTo>
                    <a:pt x="10745914" y="0"/>
                  </a:lnTo>
                  <a:close/>
                </a:path>
              </a:pathLst>
            </a:custGeom>
            <a:solidFill>
              <a:srgbClr val="6F8EA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6099086" y="887399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29" h="4460240">
                  <a:moveTo>
                    <a:pt x="152590" y="737463"/>
                  </a:moveTo>
                  <a:lnTo>
                    <a:pt x="306057" y="737463"/>
                  </a:lnTo>
                  <a:lnTo>
                    <a:pt x="306057" y="536105"/>
                  </a:lnTo>
                  <a:lnTo>
                    <a:pt x="152590" y="536105"/>
                  </a:lnTo>
                  <a:lnTo>
                    <a:pt x="152590" y="737463"/>
                  </a:lnTo>
                </a:path>
                <a:path w="1471929" h="4460240">
                  <a:moveTo>
                    <a:pt x="306057" y="591477"/>
                  </a:moveTo>
                  <a:lnTo>
                    <a:pt x="232054" y="591477"/>
                  </a:lnTo>
                  <a:lnTo>
                    <a:pt x="232054" y="658431"/>
                  </a:lnTo>
                  <a:lnTo>
                    <a:pt x="306057" y="658431"/>
                  </a:lnTo>
                  <a:lnTo>
                    <a:pt x="306057" y="591477"/>
                  </a:lnTo>
                </a:path>
                <a:path w="1471929" h="4460240">
                  <a:moveTo>
                    <a:pt x="152590" y="535101"/>
                  </a:moveTo>
                  <a:lnTo>
                    <a:pt x="306057" y="535101"/>
                  </a:lnTo>
                  <a:lnTo>
                    <a:pt x="306057" y="434428"/>
                  </a:lnTo>
                  <a:lnTo>
                    <a:pt x="152590" y="434428"/>
                  </a:lnTo>
                  <a:lnTo>
                    <a:pt x="152590" y="535101"/>
                  </a:lnTo>
                </a:path>
                <a:path w="1471929" h="4460240">
                  <a:moveTo>
                    <a:pt x="1471396" y="2746476"/>
                  </a:moveTo>
                  <a:lnTo>
                    <a:pt x="306057" y="2746476"/>
                  </a:lnTo>
                  <a:lnTo>
                    <a:pt x="306057" y="1003757"/>
                  </a:lnTo>
                  <a:lnTo>
                    <a:pt x="1471396" y="1003757"/>
                  </a:lnTo>
                  <a:lnTo>
                    <a:pt x="1471396" y="2746476"/>
                  </a:lnTo>
                </a:path>
                <a:path w="1471929" h="4460240">
                  <a:moveTo>
                    <a:pt x="883450" y="1307287"/>
                  </a:moveTo>
                  <a:lnTo>
                    <a:pt x="834640" y="1310867"/>
                  </a:lnTo>
                  <a:lnTo>
                    <a:pt x="788067" y="1321269"/>
                  </a:lnTo>
                  <a:lnTo>
                    <a:pt x="744227" y="1337980"/>
                  </a:lnTo>
                  <a:lnTo>
                    <a:pt x="703632" y="1360490"/>
                  </a:lnTo>
                  <a:lnTo>
                    <a:pt x="666793" y="1388288"/>
                  </a:lnTo>
                  <a:lnTo>
                    <a:pt x="634220" y="1420863"/>
                  </a:lnTo>
                  <a:lnTo>
                    <a:pt x="606423" y="1457704"/>
                  </a:lnTo>
                  <a:lnTo>
                    <a:pt x="583915" y="1498300"/>
                  </a:lnTo>
                  <a:lnTo>
                    <a:pt x="567205" y="1542141"/>
                  </a:lnTo>
                  <a:lnTo>
                    <a:pt x="556805" y="1588715"/>
                  </a:lnTo>
                  <a:lnTo>
                    <a:pt x="553224" y="1637512"/>
                  </a:lnTo>
                  <a:lnTo>
                    <a:pt x="553224" y="3031782"/>
                  </a:lnTo>
                  <a:lnTo>
                    <a:pt x="883450" y="3031782"/>
                  </a:lnTo>
                  <a:lnTo>
                    <a:pt x="1213662" y="3031782"/>
                  </a:lnTo>
                  <a:lnTo>
                    <a:pt x="1213662" y="1637512"/>
                  </a:lnTo>
                  <a:lnTo>
                    <a:pt x="1210082" y="1588715"/>
                  </a:lnTo>
                  <a:lnTo>
                    <a:pt x="1199681" y="1542141"/>
                  </a:lnTo>
                  <a:lnTo>
                    <a:pt x="1182972" y="1498300"/>
                  </a:lnTo>
                  <a:lnTo>
                    <a:pt x="1160463" y="1457704"/>
                  </a:lnTo>
                  <a:lnTo>
                    <a:pt x="1132667" y="1420863"/>
                  </a:lnTo>
                  <a:lnTo>
                    <a:pt x="1100094" y="1388288"/>
                  </a:lnTo>
                  <a:lnTo>
                    <a:pt x="1063254" y="1360490"/>
                  </a:lnTo>
                  <a:lnTo>
                    <a:pt x="1022659" y="1337980"/>
                  </a:lnTo>
                  <a:lnTo>
                    <a:pt x="978820" y="1321269"/>
                  </a:lnTo>
                  <a:lnTo>
                    <a:pt x="932246" y="1310867"/>
                  </a:lnTo>
                  <a:lnTo>
                    <a:pt x="883450" y="1307287"/>
                  </a:lnTo>
                </a:path>
                <a:path w="1471929" h="4460240">
                  <a:moveTo>
                    <a:pt x="887476" y="1385316"/>
                  </a:moveTo>
                  <a:lnTo>
                    <a:pt x="841868" y="1389403"/>
                  </a:lnTo>
                  <a:lnTo>
                    <a:pt x="798943" y="1401188"/>
                  </a:lnTo>
                  <a:lnTo>
                    <a:pt x="759419" y="1419954"/>
                  </a:lnTo>
                  <a:lnTo>
                    <a:pt x="724009" y="1444984"/>
                  </a:lnTo>
                  <a:lnTo>
                    <a:pt x="693432" y="1475563"/>
                  </a:lnTo>
                  <a:lnTo>
                    <a:pt x="668403" y="1510972"/>
                  </a:lnTo>
                  <a:lnTo>
                    <a:pt x="649639" y="1550496"/>
                  </a:lnTo>
                  <a:lnTo>
                    <a:pt x="637855" y="1593419"/>
                  </a:lnTo>
                  <a:lnTo>
                    <a:pt x="633768" y="1639023"/>
                  </a:lnTo>
                  <a:lnTo>
                    <a:pt x="633768" y="2710230"/>
                  </a:lnTo>
                  <a:lnTo>
                    <a:pt x="887476" y="2710230"/>
                  </a:lnTo>
                  <a:lnTo>
                    <a:pt x="1141183" y="2710230"/>
                  </a:lnTo>
                  <a:lnTo>
                    <a:pt x="1141183" y="1639023"/>
                  </a:lnTo>
                  <a:lnTo>
                    <a:pt x="1137095" y="1593419"/>
                  </a:lnTo>
                  <a:lnTo>
                    <a:pt x="1125309" y="1550496"/>
                  </a:lnTo>
                  <a:lnTo>
                    <a:pt x="1106542" y="1510972"/>
                  </a:lnTo>
                  <a:lnTo>
                    <a:pt x="1081510" y="1475563"/>
                  </a:lnTo>
                  <a:lnTo>
                    <a:pt x="1050931" y="1444984"/>
                  </a:lnTo>
                  <a:lnTo>
                    <a:pt x="1015521" y="1419954"/>
                  </a:lnTo>
                  <a:lnTo>
                    <a:pt x="975997" y="1401188"/>
                  </a:lnTo>
                  <a:lnTo>
                    <a:pt x="933076" y="1389403"/>
                  </a:lnTo>
                  <a:lnTo>
                    <a:pt x="887476" y="1385316"/>
                  </a:lnTo>
                </a:path>
                <a:path w="1471929" h="4460240">
                  <a:moveTo>
                    <a:pt x="1141183" y="1708619"/>
                  </a:moveTo>
                  <a:lnTo>
                    <a:pt x="633768" y="1708619"/>
                  </a:lnTo>
                  <a:lnTo>
                    <a:pt x="633768" y="1642173"/>
                  </a:lnTo>
                  <a:lnTo>
                    <a:pt x="1141183" y="1642173"/>
                  </a:lnTo>
                  <a:lnTo>
                    <a:pt x="1141183" y="1708619"/>
                  </a:lnTo>
                </a:path>
                <a:path w="1471929" h="4460240">
                  <a:moveTo>
                    <a:pt x="849655" y="2710230"/>
                  </a:moveTo>
                  <a:lnTo>
                    <a:pt x="816432" y="2710230"/>
                  </a:lnTo>
                  <a:lnTo>
                    <a:pt x="816432" y="1708365"/>
                  </a:lnTo>
                  <a:lnTo>
                    <a:pt x="849655" y="1708365"/>
                  </a:lnTo>
                  <a:lnTo>
                    <a:pt x="849655" y="2710230"/>
                  </a:lnTo>
                </a:path>
                <a:path w="1471929" h="4460240">
                  <a:moveTo>
                    <a:pt x="973607" y="2710230"/>
                  </a:moveTo>
                  <a:lnTo>
                    <a:pt x="940384" y="2710230"/>
                  </a:lnTo>
                  <a:lnTo>
                    <a:pt x="940384" y="1708365"/>
                  </a:lnTo>
                  <a:lnTo>
                    <a:pt x="973607" y="1708365"/>
                  </a:lnTo>
                  <a:lnTo>
                    <a:pt x="973607" y="2710230"/>
                  </a:lnTo>
                </a:path>
                <a:path w="1471929" h="4460240">
                  <a:moveTo>
                    <a:pt x="1097572" y="2710230"/>
                  </a:moveTo>
                  <a:lnTo>
                    <a:pt x="1064348" y="2710230"/>
                  </a:lnTo>
                  <a:lnTo>
                    <a:pt x="1064348" y="1708365"/>
                  </a:lnTo>
                  <a:lnTo>
                    <a:pt x="1097572" y="1708365"/>
                  </a:lnTo>
                  <a:lnTo>
                    <a:pt x="1097572" y="2710230"/>
                  </a:lnTo>
                </a:path>
                <a:path w="1471929" h="4460240">
                  <a:moveTo>
                    <a:pt x="725690" y="2710230"/>
                  </a:moveTo>
                  <a:lnTo>
                    <a:pt x="692467" y="2710230"/>
                  </a:lnTo>
                  <a:lnTo>
                    <a:pt x="692467" y="1708365"/>
                  </a:lnTo>
                  <a:lnTo>
                    <a:pt x="725690" y="1708365"/>
                  </a:lnTo>
                  <a:lnTo>
                    <a:pt x="725690" y="2710230"/>
                  </a:lnTo>
                </a:path>
                <a:path w="1471929" h="4460240">
                  <a:moveTo>
                    <a:pt x="1317358" y="4097566"/>
                  </a:moveTo>
                  <a:lnTo>
                    <a:pt x="449529" y="4097566"/>
                  </a:lnTo>
                  <a:lnTo>
                    <a:pt x="449529" y="3331413"/>
                  </a:lnTo>
                  <a:lnTo>
                    <a:pt x="1317358" y="3331413"/>
                  </a:lnTo>
                  <a:lnTo>
                    <a:pt x="1317358" y="4097566"/>
                  </a:lnTo>
                </a:path>
                <a:path w="1471929" h="4460240">
                  <a:moveTo>
                    <a:pt x="1317358" y="3331413"/>
                  </a:moveTo>
                  <a:lnTo>
                    <a:pt x="449529" y="3331413"/>
                  </a:lnTo>
                  <a:lnTo>
                    <a:pt x="449529" y="2871317"/>
                  </a:lnTo>
                  <a:lnTo>
                    <a:pt x="1317358" y="2871317"/>
                  </a:lnTo>
                  <a:lnTo>
                    <a:pt x="1317358" y="3331413"/>
                  </a:lnTo>
                </a:path>
                <a:path w="1471929" h="4460240">
                  <a:moveTo>
                    <a:pt x="1217688" y="4459998"/>
                  </a:moveTo>
                  <a:lnTo>
                    <a:pt x="549198" y="4459998"/>
                  </a:lnTo>
                  <a:lnTo>
                    <a:pt x="549198" y="4097566"/>
                  </a:lnTo>
                  <a:lnTo>
                    <a:pt x="1217688" y="4097566"/>
                  </a:lnTo>
                  <a:lnTo>
                    <a:pt x="1217688" y="4459998"/>
                  </a:lnTo>
                </a:path>
                <a:path w="1471929" h="4460240">
                  <a:moveTo>
                    <a:pt x="1317358" y="2871317"/>
                  </a:moveTo>
                  <a:lnTo>
                    <a:pt x="449529" y="2871317"/>
                  </a:lnTo>
                  <a:lnTo>
                    <a:pt x="449529" y="2790774"/>
                  </a:lnTo>
                  <a:lnTo>
                    <a:pt x="1317358" y="2790774"/>
                  </a:lnTo>
                  <a:lnTo>
                    <a:pt x="1317358" y="2871317"/>
                  </a:lnTo>
                </a:path>
                <a:path w="1471929" h="4460240">
                  <a:moveTo>
                    <a:pt x="1110475" y="2871317"/>
                  </a:moveTo>
                  <a:lnTo>
                    <a:pt x="656424" y="2871317"/>
                  </a:lnTo>
                  <a:lnTo>
                    <a:pt x="656424" y="2790774"/>
                  </a:lnTo>
                  <a:lnTo>
                    <a:pt x="1110475" y="2790774"/>
                  </a:lnTo>
                  <a:lnTo>
                    <a:pt x="1110475" y="2871317"/>
                  </a:lnTo>
                </a:path>
                <a:path w="1471929" h="4460240">
                  <a:moveTo>
                    <a:pt x="1317358" y="2790774"/>
                  </a:moveTo>
                  <a:lnTo>
                    <a:pt x="449529" y="2790774"/>
                  </a:lnTo>
                  <a:lnTo>
                    <a:pt x="449529" y="2746476"/>
                  </a:lnTo>
                  <a:lnTo>
                    <a:pt x="1317358" y="2746476"/>
                  </a:lnTo>
                  <a:lnTo>
                    <a:pt x="1317358" y="2790774"/>
                  </a:lnTo>
                </a:path>
                <a:path w="1471929" h="4460240">
                  <a:moveTo>
                    <a:pt x="449529" y="2746476"/>
                  </a:moveTo>
                  <a:lnTo>
                    <a:pt x="1317358" y="2746476"/>
                  </a:lnTo>
                  <a:lnTo>
                    <a:pt x="1317358" y="2452497"/>
                  </a:lnTo>
                  <a:lnTo>
                    <a:pt x="449529" y="2452497"/>
                  </a:lnTo>
                  <a:lnTo>
                    <a:pt x="449529" y="2746476"/>
                  </a:lnTo>
                </a:path>
                <a:path w="1471929" h="4460240">
                  <a:moveTo>
                    <a:pt x="1159789" y="2682036"/>
                  </a:moveTo>
                  <a:lnTo>
                    <a:pt x="615137" y="2682036"/>
                  </a:lnTo>
                  <a:lnTo>
                    <a:pt x="615137" y="2518943"/>
                  </a:lnTo>
                  <a:lnTo>
                    <a:pt x="1159789" y="2518943"/>
                  </a:lnTo>
                  <a:lnTo>
                    <a:pt x="1159789" y="2682036"/>
                  </a:lnTo>
                </a:path>
                <a:path w="1471929" h="4460240">
                  <a:moveTo>
                    <a:pt x="639305" y="1720138"/>
                  </a:moveTo>
                  <a:lnTo>
                    <a:pt x="459092" y="1720138"/>
                  </a:lnTo>
                  <a:lnTo>
                    <a:pt x="459092" y="1630667"/>
                  </a:lnTo>
                  <a:lnTo>
                    <a:pt x="639305" y="1630667"/>
                  </a:lnTo>
                  <a:lnTo>
                    <a:pt x="639305" y="1720138"/>
                  </a:lnTo>
                </a:path>
                <a:path w="1471929" h="4460240">
                  <a:moveTo>
                    <a:pt x="1321396" y="1720138"/>
                  </a:moveTo>
                  <a:lnTo>
                    <a:pt x="1141183" y="1720138"/>
                  </a:lnTo>
                  <a:lnTo>
                    <a:pt x="1141183" y="1630667"/>
                  </a:lnTo>
                  <a:lnTo>
                    <a:pt x="1321396" y="1630667"/>
                  </a:lnTo>
                  <a:lnTo>
                    <a:pt x="1321396" y="1720138"/>
                  </a:lnTo>
                </a:path>
                <a:path w="1471929" h="4460240">
                  <a:moveTo>
                    <a:pt x="932205" y="1397393"/>
                  </a:moveTo>
                  <a:lnTo>
                    <a:pt x="842733" y="1397393"/>
                  </a:lnTo>
                  <a:lnTo>
                    <a:pt x="842733" y="1217180"/>
                  </a:lnTo>
                  <a:lnTo>
                    <a:pt x="932205" y="1217180"/>
                  </a:lnTo>
                  <a:lnTo>
                    <a:pt x="932205" y="1397393"/>
                  </a:lnTo>
                </a:path>
                <a:path w="1471929" h="4460240">
                  <a:moveTo>
                    <a:pt x="1471396" y="1002741"/>
                  </a:moveTo>
                  <a:lnTo>
                    <a:pt x="306057" y="1002741"/>
                  </a:lnTo>
                  <a:lnTo>
                    <a:pt x="306057" y="738962"/>
                  </a:lnTo>
                  <a:lnTo>
                    <a:pt x="1471396" y="738962"/>
                  </a:lnTo>
                  <a:lnTo>
                    <a:pt x="1471396" y="1002741"/>
                  </a:lnTo>
                </a:path>
                <a:path w="1471929" h="4460240">
                  <a:moveTo>
                    <a:pt x="1471396" y="737958"/>
                  </a:moveTo>
                  <a:lnTo>
                    <a:pt x="306057" y="737958"/>
                  </a:lnTo>
                  <a:lnTo>
                    <a:pt x="306057" y="536600"/>
                  </a:lnTo>
                  <a:lnTo>
                    <a:pt x="1471396" y="536600"/>
                  </a:lnTo>
                  <a:lnTo>
                    <a:pt x="1471396" y="737958"/>
                  </a:lnTo>
                </a:path>
                <a:path w="1471929" h="4460240">
                  <a:moveTo>
                    <a:pt x="950899" y="658926"/>
                  </a:moveTo>
                  <a:lnTo>
                    <a:pt x="824052" y="658926"/>
                  </a:lnTo>
                  <a:lnTo>
                    <a:pt x="824052" y="591972"/>
                  </a:lnTo>
                  <a:lnTo>
                    <a:pt x="950899" y="591972"/>
                  </a:lnTo>
                  <a:lnTo>
                    <a:pt x="950899" y="658926"/>
                  </a:lnTo>
                </a:path>
                <a:path w="1471929" h="4460240">
                  <a:moveTo>
                    <a:pt x="1237576" y="658926"/>
                  </a:moveTo>
                  <a:lnTo>
                    <a:pt x="1110716" y="658926"/>
                  </a:lnTo>
                  <a:lnTo>
                    <a:pt x="1110716" y="591972"/>
                  </a:lnTo>
                  <a:lnTo>
                    <a:pt x="1237576" y="591972"/>
                  </a:lnTo>
                  <a:lnTo>
                    <a:pt x="1237576" y="658926"/>
                  </a:lnTo>
                </a:path>
                <a:path w="1471929" h="4460240">
                  <a:moveTo>
                    <a:pt x="1471396" y="658926"/>
                  </a:moveTo>
                  <a:lnTo>
                    <a:pt x="1397393" y="658926"/>
                  </a:lnTo>
                  <a:lnTo>
                    <a:pt x="1397393" y="591972"/>
                  </a:lnTo>
                  <a:lnTo>
                    <a:pt x="1471396" y="591972"/>
                  </a:lnTo>
                  <a:lnTo>
                    <a:pt x="1471396" y="658926"/>
                  </a:lnTo>
                </a:path>
                <a:path w="1471929" h="4460240">
                  <a:moveTo>
                    <a:pt x="539877" y="591985"/>
                  </a:moveTo>
                  <a:lnTo>
                    <a:pt x="666724" y="591985"/>
                  </a:lnTo>
                  <a:lnTo>
                    <a:pt x="666724" y="658939"/>
                  </a:lnTo>
                  <a:lnTo>
                    <a:pt x="539877" y="658939"/>
                  </a:lnTo>
                  <a:lnTo>
                    <a:pt x="539877" y="591985"/>
                  </a:lnTo>
                </a:path>
                <a:path w="1471929" h="4460240">
                  <a:moveTo>
                    <a:pt x="306057" y="591985"/>
                  </a:moveTo>
                  <a:lnTo>
                    <a:pt x="380060" y="591985"/>
                  </a:lnTo>
                  <a:lnTo>
                    <a:pt x="380060" y="658939"/>
                  </a:lnTo>
                  <a:lnTo>
                    <a:pt x="306057" y="658939"/>
                  </a:lnTo>
                  <a:lnTo>
                    <a:pt x="306057" y="591985"/>
                  </a:lnTo>
                </a:path>
                <a:path w="1471929" h="4460240">
                  <a:moveTo>
                    <a:pt x="1471396" y="535597"/>
                  </a:moveTo>
                  <a:lnTo>
                    <a:pt x="306057" y="535597"/>
                  </a:lnTo>
                  <a:lnTo>
                    <a:pt x="306057" y="434924"/>
                  </a:lnTo>
                  <a:lnTo>
                    <a:pt x="1471396" y="434924"/>
                  </a:lnTo>
                  <a:lnTo>
                    <a:pt x="1471396" y="535597"/>
                  </a:lnTo>
                </a:path>
                <a:path w="1471929" h="4460240">
                  <a:moveTo>
                    <a:pt x="1362671" y="434924"/>
                  </a:moveTo>
                  <a:lnTo>
                    <a:pt x="438708" y="434924"/>
                  </a:lnTo>
                  <a:lnTo>
                    <a:pt x="438708" y="334251"/>
                  </a:lnTo>
                  <a:lnTo>
                    <a:pt x="1362671" y="334251"/>
                  </a:lnTo>
                  <a:lnTo>
                    <a:pt x="1362671" y="434924"/>
                  </a:lnTo>
                </a:path>
                <a:path w="1471929" h="4460240">
                  <a:moveTo>
                    <a:pt x="1362671" y="68465"/>
                  </a:moveTo>
                  <a:lnTo>
                    <a:pt x="438708" y="68465"/>
                  </a:lnTo>
                  <a:lnTo>
                    <a:pt x="438708" y="0"/>
                  </a:lnTo>
                  <a:lnTo>
                    <a:pt x="1362671" y="0"/>
                  </a:lnTo>
                  <a:lnTo>
                    <a:pt x="1362671" y="68465"/>
                  </a:lnTo>
                </a:path>
                <a:path w="1471929" h="4460240">
                  <a:moveTo>
                    <a:pt x="866076" y="412648"/>
                  </a:moveTo>
                  <a:lnTo>
                    <a:pt x="841781" y="412648"/>
                  </a:lnTo>
                  <a:lnTo>
                    <a:pt x="841781" y="34226"/>
                  </a:lnTo>
                  <a:lnTo>
                    <a:pt x="866076" y="34226"/>
                  </a:lnTo>
                  <a:lnTo>
                    <a:pt x="866076" y="412648"/>
                  </a:lnTo>
                </a:path>
                <a:path w="1471929" h="4460240">
                  <a:moveTo>
                    <a:pt x="959573" y="412648"/>
                  </a:moveTo>
                  <a:lnTo>
                    <a:pt x="935291" y="412648"/>
                  </a:lnTo>
                  <a:lnTo>
                    <a:pt x="935291" y="34226"/>
                  </a:lnTo>
                  <a:lnTo>
                    <a:pt x="959573" y="34226"/>
                  </a:lnTo>
                  <a:lnTo>
                    <a:pt x="959573" y="412648"/>
                  </a:lnTo>
                </a:path>
                <a:path w="1471929" h="4460240">
                  <a:moveTo>
                    <a:pt x="1053084" y="412648"/>
                  </a:moveTo>
                  <a:lnTo>
                    <a:pt x="1028788" y="412648"/>
                  </a:lnTo>
                  <a:lnTo>
                    <a:pt x="1028788" y="34226"/>
                  </a:lnTo>
                  <a:lnTo>
                    <a:pt x="1053084" y="34226"/>
                  </a:lnTo>
                  <a:lnTo>
                    <a:pt x="1053084" y="412648"/>
                  </a:lnTo>
                </a:path>
                <a:path w="1471929" h="4460240">
                  <a:moveTo>
                    <a:pt x="1146581" y="412648"/>
                  </a:moveTo>
                  <a:lnTo>
                    <a:pt x="1122298" y="412648"/>
                  </a:lnTo>
                  <a:lnTo>
                    <a:pt x="1122298" y="34226"/>
                  </a:lnTo>
                  <a:lnTo>
                    <a:pt x="1146581" y="34226"/>
                  </a:lnTo>
                  <a:lnTo>
                    <a:pt x="1146581" y="412648"/>
                  </a:lnTo>
                </a:path>
                <a:path w="1471929" h="4460240">
                  <a:moveTo>
                    <a:pt x="1146581" y="412648"/>
                  </a:moveTo>
                  <a:lnTo>
                    <a:pt x="1122298" y="412648"/>
                  </a:lnTo>
                  <a:lnTo>
                    <a:pt x="1122298" y="34226"/>
                  </a:lnTo>
                  <a:lnTo>
                    <a:pt x="1146581" y="34226"/>
                  </a:lnTo>
                  <a:lnTo>
                    <a:pt x="1146581" y="412648"/>
                  </a:lnTo>
                </a:path>
                <a:path w="1471929" h="4460240">
                  <a:moveTo>
                    <a:pt x="1240091" y="412648"/>
                  </a:moveTo>
                  <a:lnTo>
                    <a:pt x="1215796" y="412648"/>
                  </a:lnTo>
                  <a:lnTo>
                    <a:pt x="1215796" y="34226"/>
                  </a:lnTo>
                  <a:lnTo>
                    <a:pt x="1240091" y="34226"/>
                  </a:lnTo>
                  <a:lnTo>
                    <a:pt x="1240091" y="412648"/>
                  </a:lnTo>
                </a:path>
                <a:path w="1471929" h="4460240">
                  <a:moveTo>
                    <a:pt x="1240091" y="402640"/>
                  </a:moveTo>
                  <a:lnTo>
                    <a:pt x="1215796" y="402640"/>
                  </a:lnTo>
                  <a:lnTo>
                    <a:pt x="1215796" y="24218"/>
                  </a:lnTo>
                  <a:lnTo>
                    <a:pt x="1240091" y="24218"/>
                  </a:lnTo>
                  <a:lnTo>
                    <a:pt x="1240091" y="402640"/>
                  </a:lnTo>
                </a:path>
                <a:path w="1471929" h="4460240">
                  <a:moveTo>
                    <a:pt x="1333588" y="402640"/>
                  </a:moveTo>
                  <a:lnTo>
                    <a:pt x="1309293" y="402640"/>
                  </a:lnTo>
                  <a:lnTo>
                    <a:pt x="1309293" y="24218"/>
                  </a:lnTo>
                  <a:lnTo>
                    <a:pt x="1333588" y="24218"/>
                  </a:lnTo>
                  <a:lnTo>
                    <a:pt x="1333588" y="402640"/>
                  </a:lnTo>
                </a:path>
                <a:path w="1471929" h="4460240">
                  <a:moveTo>
                    <a:pt x="492061" y="422656"/>
                  </a:moveTo>
                  <a:lnTo>
                    <a:pt x="467766" y="422656"/>
                  </a:lnTo>
                  <a:lnTo>
                    <a:pt x="467766" y="44234"/>
                  </a:lnTo>
                  <a:lnTo>
                    <a:pt x="492061" y="44234"/>
                  </a:lnTo>
                  <a:lnTo>
                    <a:pt x="492061" y="422656"/>
                  </a:lnTo>
                </a:path>
                <a:path w="1471929" h="4460240">
                  <a:moveTo>
                    <a:pt x="585571" y="422656"/>
                  </a:moveTo>
                  <a:lnTo>
                    <a:pt x="561276" y="422656"/>
                  </a:lnTo>
                  <a:lnTo>
                    <a:pt x="561276" y="44234"/>
                  </a:lnTo>
                  <a:lnTo>
                    <a:pt x="585571" y="44234"/>
                  </a:lnTo>
                  <a:lnTo>
                    <a:pt x="585571" y="422656"/>
                  </a:lnTo>
                </a:path>
                <a:path w="1471929" h="4460240">
                  <a:moveTo>
                    <a:pt x="679068" y="422656"/>
                  </a:moveTo>
                  <a:lnTo>
                    <a:pt x="654773" y="422656"/>
                  </a:lnTo>
                  <a:lnTo>
                    <a:pt x="654773" y="44234"/>
                  </a:lnTo>
                  <a:lnTo>
                    <a:pt x="679068" y="44234"/>
                  </a:lnTo>
                  <a:lnTo>
                    <a:pt x="679068" y="422656"/>
                  </a:lnTo>
                </a:path>
                <a:path w="1471929" h="4460240">
                  <a:moveTo>
                    <a:pt x="679068" y="422656"/>
                  </a:moveTo>
                  <a:lnTo>
                    <a:pt x="654773" y="422656"/>
                  </a:lnTo>
                  <a:lnTo>
                    <a:pt x="654773" y="44234"/>
                  </a:lnTo>
                  <a:lnTo>
                    <a:pt x="679068" y="44234"/>
                  </a:lnTo>
                  <a:lnTo>
                    <a:pt x="679068" y="422656"/>
                  </a:lnTo>
                </a:path>
                <a:path w="1471929" h="4460240">
                  <a:moveTo>
                    <a:pt x="772566" y="422656"/>
                  </a:moveTo>
                  <a:lnTo>
                    <a:pt x="748284" y="422656"/>
                  </a:lnTo>
                  <a:lnTo>
                    <a:pt x="748284" y="44234"/>
                  </a:lnTo>
                  <a:lnTo>
                    <a:pt x="772566" y="44234"/>
                  </a:lnTo>
                  <a:lnTo>
                    <a:pt x="772566" y="422656"/>
                  </a:lnTo>
                </a:path>
                <a:path w="1471929" h="4460240">
                  <a:moveTo>
                    <a:pt x="772566" y="412648"/>
                  </a:moveTo>
                  <a:lnTo>
                    <a:pt x="748284" y="412648"/>
                  </a:lnTo>
                  <a:lnTo>
                    <a:pt x="748284" y="34226"/>
                  </a:lnTo>
                  <a:lnTo>
                    <a:pt x="772566" y="34226"/>
                  </a:lnTo>
                  <a:lnTo>
                    <a:pt x="772566" y="412648"/>
                  </a:lnTo>
                </a:path>
                <a:path w="1471929" h="4460240">
                  <a:moveTo>
                    <a:pt x="772566" y="412648"/>
                  </a:moveTo>
                  <a:lnTo>
                    <a:pt x="748284" y="412648"/>
                  </a:lnTo>
                  <a:lnTo>
                    <a:pt x="748284" y="34226"/>
                  </a:lnTo>
                  <a:lnTo>
                    <a:pt x="772566" y="34226"/>
                  </a:lnTo>
                  <a:lnTo>
                    <a:pt x="772566" y="412648"/>
                  </a:lnTo>
                </a:path>
                <a:path w="1471929" h="4460240">
                  <a:moveTo>
                    <a:pt x="866076" y="412648"/>
                  </a:moveTo>
                  <a:lnTo>
                    <a:pt x="841781" y="412648"/>
                  </a:lnTo>
                  <a:lnTo>
                    <a:pt x="841781" y="34226"/>
                  </a:lnTo>
                  <a:lnTo>
                    <a:pt x="866076" y="34226"/>
                  </a:lnTo>
                  <a:lnTo>
                    <a:pt x="866076" y="412648"/>
                  </a:lnTo>
                </a:path>
                <a:path w="1471929" h="4460240">
                  <a:moveTo>
                    <a:pt x="559765" y="4459998"/>
                  </a:moveTo>
                  <a:lnTo>
                    <a:pt x="52349" y="4459998"/>
                  </a:lnTo>
                  <a:lnTo>
                    <a:pt x="52349" y="4097566"/>
                  </a:lnTo>
                  <a:lnTo>
                    <a:pt x="559765" y="4097566"/>
                  </a:lnTo>
                  <a:lnTo>
                    <a:pt x="559765" y="4459998"/>
                  </a:lnTo>
                </a:path>
                <a:path w="1471929" h="4460240">
                  <a:moveTo>
                    <a:pt x="88595" y="3493503"/>
                  </a:moveTo>
                  <a:lnTo>
                    <a:pt x="0" y="3431082"/>
                  </a:lnTo>
                  <a:lnTo>
                    <a:pt x="306057" y="3431082"/>
                  </a:lnTo>
                  <a:lnTo>
                    <a:pt x="306057" y="3493503"/>
                  </a:lnTo>
                  <a:lnTo>
                    <a:pt x="88595" y="3493503"/>
                  </a:lnTo>
                </a:path>
                <a:path w="1471929" h="4460240">
                  <a:moveTo>
                    <a:pt x="52349" y="3431082"/>
                  </a:moveTo>
                  <a:lnTo>
                    <a:pt x="153022" y="3298190"/>
                  </a:lnTo>
                  <a:lnTo>
                    <a:pt x="306057" y="3298190"/>
                  </a:lnTo>
                  <a:lnTo>
                    <a:pt x="306057" y="3431082"/>
                  </a:lnTo>
                  <a:lnTo>
                    <a:pt x="52349" y="3431082"/>
                  </a:lnTo>
                </a:path>
                <a:path w="1471929" h="4460240">
                  <a:moveTo>
                    <a:pt x="523519" y="4097566"/>
                  </a:moveTo>
                  <a:lnTo>
                    <a:pt x="88595" y="4097566"/>
                  </a:lnTo>
                  <a:lnTo>
                    <a:pt x="88595" y="3493503"/>
                  </a:lnTo>
                  <a:lnTo>
                    <a:pt x="523519" y="3493503"/>
                  </a:lnTo>
                  <a:lnTo>
                    <a:pt x="523519" y="4097566"/>
                  </a:lnTo>
                </a:path>
                <a:path w="1471929" h="4460240">
                  <a:moveTo>
                    <a:pt x="523519" y="3493503"/>
                  </a:moveTo>
                  <a:lnTo>
                    <a:pt x="612114" y="3431082"/>
                  </a:lnTo>
                  <a:lnTo>
                    <a:pt x="306057" y="3431082"/>
                  </a:lnTo>
                  <a:lnTo>
                    <a:pt x="306057" y="3493503"/>
                  </a:lnTo>
                  <a:lnTo>
                    <a:pt x="523519" y="3493503"/>
                  </a:lnTo>
                </a:path>
                <a:path w="1471929" h="4460240">
                  <a:moveTo>
                    <a:pt x="559765" y="3431082"/>
                  </a:moveTo>
                  <a:lnTo>
                    <a:pt x="459092" y="3298190"/>
                  </a:lnTo>
                  <a:lnTo>
                    <a:pt x="306057" y="3298190"/>
                  </a:lnTo>
                  <a:lnTo>
                    <a:pt x="306057" y="3431082"/>
                  </a:lnTo>
                  <a:lnTo>
                    <a:pt x="559765" y="3431082"/>
                  </a:lnTo>
                </a:path>
                <a:path w="1471929" h="4460240">
                  <a:moveTo>
                    <a:pt x="459092" y="3298190"/>
                  </a:moveTo>
                  <a:lnTo>
                    <a:pt x="153035" y="3298190"/>
                  </a:lnTo>
                  <a:lnTo>
                    <a:pt x="153035" y="1469898"/>
                  </a:lnTo>
                  <a:lnTo>
                    <a:pt x="459092" y="1469898"/>
                  </a:lnTo>
                  <a:lnTo>
                    <a:pt x="459092" y="3298190"/>
                  </a:lnTo>
                </a:path>
                <a:path w="1471929" h="4460240">
                  <a:moveTo>
                    <a:pt x="153022" y="1469885"/>
                  </a:moveTo>
                  <a:lnTo>
                    <a:pt x="459079" y="1469885"/>
                  </a:lnTo>
                  <a:lnTo>
                    <a:pt x="459079" y="1385316"/>
                  </a:lnTo>
                  <a:lnTo>
                    <a:pt x="153022" y="1385316"/>
                  </a:lnTo>
                  <a:lnTo>
                    <a:pt x="153022" y="146988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1331" y="1883791"/>
              <a:ext cx="447624" cy="3952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04293" y="856195"/>
              <a:ext cx="401955" cy="1034415"/>
            </a:xfrm>
            <a:custGeom>
              <a:avLst/>
              <a:gdLst/>
              <a:ahLst/>
              <a:cxnLst/>
              <a:rect l="l" t="t" r="r" b="b"/>
              <a:pathLst>
                <a:path w="401954" h="1034414">
                  <a:moveTo>
                    <a:pt x="47815" y="816483"/>
                  </a:moveTo>
                  <a:lnTo>
                    <a:pt x="353872" y="816483"/>
                  </a:lnTo>
                  <a:lnTo>
                    <a:pt x="353872" y="1033945"/>
                  </a:lnTo>
                  <a:lnTo>
                    <a:pt x="47815" y="1033945"/>
                  </a:lnTo>
                  <a:lnTo>
                    <a:pt x="47815" y="816483"/>
                  </a:lnTo>
                </a:path>
                <a:path w="401954" h="1034414">
                  <a:moveTo>
                    <a:pt x="0" y="723861"/>
                  </a:moveTo>
                  <a:lnTo>
                    <a:pt x="401701" y="723861"/>
                  </a:lnTo>
                  <a:lnTo>
                    <a:pt x="401701" y="816483"/>
                  </a:lnTo>
                  <a:lnTo>
                    <a:pt x="0" y="816483"/>
                  </a:lnTo>
                  <a:lnTo>
                    <a:pt x="0" y="723861"/>
                  </a:lnTo>
                </a:path>
                <a:path w="401954" h="1034414">
                  <a:moveTo>
                    <a:pt x="354380" y="466128"/>
                  </a:moveTo>
                  <a:lnTo>
                    <a:pt x="47320" y="466128"/>
                  </a:lnTo>
                  <a:lnTo>
                    <a:pt x="47320" y="264642"/>
                  </a:lnTo>
                  <a:lnTo>
                    <a:pt x="354380" y="264642"/>
                  </a:lnTo>
                  <a:lnTo>
                    <a:pt x="354380" y="466128"/>
                  </a:lnTo>
                </a:path>
                <a:path w="401954" h="1034414">
                  <a:moveTo>
                    <a:pt x="353885" y="266915"/>
                  </a:moveTo>
                  <a:lnTo>
                    <a:pt x="47828" y="266915"/>
                  </a:lnTo>
                  <a:lnTo>
                    <a:pt x="47828" y="65430"/>
                  </a:lnTo>
                  <a:lnTo>
                    <a:pt x="353885" y="65430"/>
                  </a:lnTo>
                  <a:lnTo>
                    <a:pt x="353885" y="266915"/>
                  </a:lnTo>
                </a:path>
                <a:path w="401954" h="1034414">
                  <a:moveTo>
                    <a:pt x="353885" y="67703"/>
                  </a:moveTo>
                  <a:lnTo>
                    <a:pt x="47815" y="67703"/>
                  </a:lnTo>
                  <a:lnTo>
                    <a:pt x="47815" y="0"/>
                  </a:lnTo>
                  <a:lnTo>
                    <a:pt x="200850" y="0"/>
                  </a:lnTo>
                  <a:lnTo>
                    <a:pt x="353885" y="0"/>
                  </a:lnTo>
                  <a:lnTo>
                    <a:pt x="353885" y="6770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5570" y="792454"/>
              <a:ext cx="379158" cy="700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21920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58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22" y="0"/>
                  </a:lnTo>
                  <a:lnTo>
                    <a:pt x="366458" y="0"/>
                  </a:lnTo>
                  <a:lnTo>
                    <a:pt x="366458" y="3016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5570" y="457199"/>
              <a:ext cx="379158" cy="3140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44529" y="887399"/>
              <a:ext cx="1144905" cy="4460240"/>
            </a:xfrm>
            <a:custGeom>
              <a:avLst/>
              <a:gdLst/>
              <a:ahLst/>
              <a:cxnLst/>
              <a:rect l="l" t="t" r="r" b="b"/>
              <a:pathLst>
                <a:path w="1144904" h="4460240">
                  <a:moveTo>
                    <a:pt x="1144422" y="2746476"/>
                  </a:moveTo>
                  <a:lnTo>
                    <a:pt x="12" y="2746476"/>
                  </a:lnTo>
                  <a:lnTo>
                    <a:pt x="12" y="1002741"/>
                  </a:lnTo>
                  <a:lnTo>
                    <a:pt x="1144422" y="1002741"/>
                  </a:lnTo>
                </a:path>
                <a:path w="1144904" h="4460240">
                  <a:moveTo>
                    <a:pt x="577392" y="1307287"/>
                  </a:moveTo>
                  <a:lnTo>
                    <a:pt x="528593" y="1310867"/>
                  </a:lnTo>
                  <a:lnTo>
                    <a:pt x="482017" y="1321269"/>
                  </a:lnTo>
                  <a:lnTo>
                    <a:pt x="438175" y="1337980"/>
                  </a:lnTo>
                  <a:lnTo>
                    <a:pt x="397578" y="1360490"/>
                  </a:lnTo>
                  <a:lnTo>
                    <a:pt x="360738" y="1388288"/>
                  </a:lnTo>
                  <a:lnTo>
                    <a:pt x="328164" y="1420863"/>
                  </a:lnTo>
                  <a:lnTo>
                    <a:pt x="300367" y="1457704"/>
                  </a:lnTo>
                  <a:lnTo>
                    <a:pt x="277858" y="1498300"/>
                  </a:lnTo>
                  <a:lnTo>
                    <a:pt x="261148" y="1542141"/>
                  </a:lnTo>
                  <a:lnTo>
                    <a:pt x="250747" y="1588715"/>
                  </a:lnTo>
                  <a:lnTo>
                    <a:pt x="247167" y="1637512"/>
                  </a:lnTo>
                  <a:lnTo>
                    <a:pt x="247167" y="3031782"/>
                  </a:lnTo>
                  <a:lnTo>
                    <a:pt x="577392" y="3031782"/>
                  </a:lnTo>
                  <a:lnTo>
                    <a:pt x="907618" y="3031782"/>
                  </a:lnTo>
                  <a:lnTo>
                    <a:pt x="907618" y="1637512"/>
                  </a:lnTo>
                  <a:lnTo>
                    <a:pt x="904037" y="1588715"/>
                  </a:lnTo>
                  <a:lnTo>
                    <a:pt x="893636" y="1542141"/>
                  </a:lnTo>
                  <a:lnTo>
                    <a:pt x="876925" y="1498300"/>
                  </a:lnTo>
                  <a:lnTo>
                    <a:pt x="854415" y="1457704"/>
                  </a:lnTo>
                  <a:lnTo>
                    <a:pt x="826617" y="1420863"/>
                  </a:lnTo>
                  <a:lnTo>
                    <a:pt x="794042" y="1388288"/>
                  </a:lnTo>
                  <a:lnTo>
                    <a:pt x="757201" y="1360490"/>
                  </a:lnTo>
                  <a:lnTo>
                    <a:pt x="716604" y="1337980"/>
                  </a:lnTo>
                  <a:lnTo>
                    <a:pt x="672763" y="1321269"/>
                  </a:lnTo>
                  <a:lnTo>
                    <a:pt x="626189" y="1310867"/>
                  </a:lnTo>
                  <a:lnTo>
                    <a:pt x="577392" y="1307287"/>
                  </a:lnTo>
                </a:path>
                <a:path w="1144904" h="4460240">
                  <a:moveTo>
                    <a:pt x="581418" y="1385316"/>
                  </a:moveTo>
                  <a:lnTo>
                    <a:pt x="535814" y="1389403"/>
                  </a:lnTo>
                  <a:lnTo>
                    <a:pt x="492891" y="1401188"/>
                  </a:lnTo>
                  <a:lnTo>
                    <a:pt x="453367" y="1419954"/>
                  </a:lnTo>
                  <a:lnTo>
                    <a:pt x="417957" y="1444984"/>
                  </a:lnTo>
                  <a:lnTo>
                    <a:pt x="387379" y="1475563"/>
                  </a:lnTo>
                  <a:lnTo>
                    <a:pt x="362349" y="1510972"/>
                  </a:lnTo>
                  <a:lnTo>
                    <a:pt x="343583" y="1550496"/>
                  </a:lnTo>
                  <a:lnTo>
                    <a:pt x="331798" y="1593419"/>
                  </a:lnTo>
                  <a:lnTo>
                    <a:pt x="327710" y="1639023"/>
                  </a:lnTo>
                  <a:lnTo>
                    <a:pt x="327710" y="2710230"/>
                  </a:lnTo>
                  <a:lnTo>
                    <a:pt x="581418" y="2710230"/>
                  </a:lnTo>
                  <a:lnTo>
                    <a:pt x="835126" y="2710230"/>
                  </a:lnTo>
                  <a:lnTo>
                    <a:pt x="835126" y="1639023"/>
                  </a:lnTo>
                  <a:lnTo>
                    <a:pt x="831039" y="1593419"/>
                  </a:lnTo>
                  <a:lnTo>
                    <a:pt x="819254" y="1550496"/>
                  </a:lnTo>
                  <a:lnTo>
                    <a:pt x="800488" y="1510972"/>
                  </a:lnTo>
                  <a:lnTo>
                    <a:pt x="775457" y="1475563"/>
                  </a:lnTo>
                  <a:lnTo>
                    <a:pt x="744879" y="1444984"/>
                  </a:lnTo>
                  <a:lnTo>
                    <a:pt x="709469" y="1419954"/>
                  </a:lnTo>
                  <a:lnTo>
                    <a:pt x="669945" y="1401188"/>
                  </a:lnTo>
                  <a:lnTo>
                    <a:pt x="627023" y="1389403"/>
                  </a:lnTo>
                  <a:lnTo>
                    <a:pt x="581418" y="1385316"/>
                  </a:lnTo>
                </a:path>
                <a:path w="1144904" h="4460240">
                  <a:moveTo>
                    <a:pt x="835126" y="1708619"/>
                  </a:moveTo>
                  <a:lnTo>
                    <a:pt x="327710" y="1708619"/>
                  </a:lnTo>
                  <a:lnTo>
                    <a:pt x="327710" y="1642173"/>
                  </a:lnTo>
                  <a:lnTo>
                    <a:pt x="835126" y="1642173"/>
                  </a:lnTo>
                  <a:lnTo>
                    <a:pt x="835126" y="1708619"/>
                  </a:lnTo>
                </a:path>
                <a:path w="1144904" h="4460240">
                  <a:moveTo>
                    <a:pt x="543610" y="2710230"/>
                  </a:moveTo>
                  <a:lnTo>
                    <a:pt x="510387" y="2710230"/>
                  </a:lnTo>
                  <a:lnTo>
                    <a:pt x="510387" y="1708365"/>
                  </a:lnTo>
                  <a:lnTo>
                    <a:pt x="543610" y="1708365"/>
                  </a:lnTo>
                  <a:lnTo>
                    <a:pt x="543610" y="2710230"/>
                  </a:lnTo>
                </a:path>
                <a:path w="1144904" h="4460240">
                  <a:moveTo>
                    <a:pt x="667562" y="2710230"/>
                  </a:moveTo>
                  <a:lnTo>
                    <a:pt x="634339" y="2710230"/>
                  </a:lnTo>
                  <a:lnTo>
                    <a:pt x="634339" y="1708365"/>
                  </a:lnTo>
                  <a:lnTo>
                    <a:pt x="667562" y="1708365"/>
                  </a:lnTo>
                  <a:lnTo>
                    <a:pt x="667562" y="2710230"/>
                  </a:lnTo>
                </a:path>
                <a:path w="1144904" h="4460240">
                  <a:moveTo>
                    <a:pt x="791527" y="2710230"/>
                  </a:moveTo>
                  <a:lnTo>
                    <a:pt x="758304" y="2710230"/>
                  </a:lnTo>
                  <a:lnTo>
                    <a:pt x="758304" y="1708365"/>
                  </a:lnTo>
                  <a:lnTo>
                    <a:pt x="791527" y="1708365"/>
                  </a:lnTo>
                  <a:lnTo>
                    <a:pt x="791527" y="2710230"/>
                  </a:lnTo>
                </a:path>
                <a:path w="1144904" h="4460240">
                  <a:moveTo>
                    <a:pt x="419646" y="2710230"/>
                  </a:moveTo>
                  <a:lnTo>
                    <a:pt x="386422" y="2710230"/>
                  </a:lnTo>
                  <a:lnTo>
                    <a:pt x="386422" y="1708365"/>
                  </a:lnTo>
                  <a:lnTo>
                    <a:pt x="419646" y="1708365"/>
                  </a:lnTo>
                  <a:lnTo>
                    <a:pt x="419646" y="2710230"/>
                  </a:lnTo>
                </a:path>
                <a:path w="1144904" h="4460240">
                  <a:moveTo>
                    <a:pt x="1011313" y="4097566"/>
                  </a:moveTo>
                  <a:lnTo>
                    <a:pt x="143471" y="4097566"/>
                  </a:lnTo>
                  <a:lnTo>
                    <a:pt x="143471" y="3331413"/>
                  </a:lnTo>
                  <a:lnTo>
                    <a:pt x="1011313" y="3331413"/>
                  </a:lnTo>
                  <a:lnTo>
                    <a:pt x="1011313" y="4097566"/>
                  </a:lnTo>
                </a:path>
                <a:path w="1144904" h="4460240">
                  <a:moveTo>
                    <a:pt x="1011313" y="3331413"/>
                  </a:moveTo>
                  <a:lnTo>
                    <a:pt x="143471" y="3331413"/>
                  </a:lnTo>
                  <a:lnTo>
                    <a:pt x="143471" y="2871317"/>
                  </a:lnTo>
                  <a:lnTo>
                    <a:pt x="1011313" y="2871317"/>
                  </a:lnTo>
                  <a:lnTo>
                    <a:pt x="1011313" y="3331413"/>
                  </a:lnTo>
                </a:path>
                <a:path w="1144904" h="4460240">
                  <a:moveTo>
                    <a:pt x="1144422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144422" y="4097566"/>
                  </a:lnTo>
                </a:path>
                <a:path w="1144904" h="4460240">
                  <a:moveTo>
                    <a:pt x="947889" y="3493503"/>
                  </a:moveTo>
                  <a:lnTo>
                    <a:pt x="859294" y="3431082"/>
                  </a:lnTo>
                  <a:lnTo>
                    <a:pt x="1144422" y="3431082"/>
                  </a:lnTo>
                </a:path>
                <a:path w="1144904" h="4460240">
                  <a:moveTo>
                    <a:pt x="1144422" y="3493503"/>
                  </a:moveTo>
                  <a:lnTo>
                    <a:pt x="947889" y="3493503"/>
                  </a:lnTo>
                </a:path>
                <a:path w="1144904" h="4460240">
                  <a:moveTo>
                    <a:pt x="911644" y="3431082"/>
                  </a:moveTo>
                  <a:lnTo>
                    <a:pt x="1012316" y="3298190"/>
                  </a:lnTo>
                  <a:lnTo>
                    <a:pt x="1144422" y="3298190"/>
                  </a:lnTo>
                </a:path>
                <a:path w="1144904" h="4460240">
                  <a:moveTo>
                    <a:pt x="1144422" y="3431082"/>
                  </a:moveTo>
                  <a:lnTo>
                    <a:pt x="911644" y="3431082"/>
                  </a:lnTo>
                </a:path>
                <a:path w="1144904" h="4460240">
                  <a:moveTo>
                    <a:pt x="911644" y="4459998"/>
                  </a:moveTo>
                  <a:lnTo>
                    <a:pt x="243141" y="4459998"/>
                  </a:lnTo>
                  <a:lnTo>
                    <a:pt x="243141" y="4097566"/>
                  </a:lnTo>
                  <a:lnTo>
                    <a:pt x="911644" y="4097566"/>
                  </a:lnTo>
                  <a:lnTo>
                    <a:pt x="911644" y="4459998"/>
                  </a:lnTo>
                </a:path>
                <a:path w="1144904" h="4460240">
                  <a:moveTo>
                    <a:pt x="1011313" y="2871317"/>
                  </a:moveTo>
                  <a:lnTo>
                    <a:pt x="143471" y="2871317"/>
                  </a:lnTo>
                  <a:lnTo>
                    <a:pt x="143471" y="2790774"/>
                  </a:lnTo>
                  <a:lnTo>
                    <a:pt x="1011313" y="2790774"/>
                  </a:lnTo>
                  <a:lnTo>
                    <a:pt x="1011313" y="2871317"/>
                  </a:lnTo>
                </a:path>
                <a:path w="1144904" h="4460240">
                  <a:moveTo>
                    <a:pt x="804418" y="2871317"/>
                  </a:moveTo>
                  <a:lnTo>
                    <a:pt x="350367" y="2871317"/>
                  </a:lnTo>
                  <a:lnTo>
                    <a:pt x="350367" y="2790774"/>
                  </a:lnTo>
                  <a:lnTo>
                    <a:pt x="804418" y="2790774"/>
                  </a:lnTo>
                  <a:lnTo>
                    <a:pt x="804418" y="2871317"/>
                  </a:lnTo>
                </a:path>
                <a:path w="1144904" h="4460240">
                  <a:moveTo>
                    <a:pt x="1011313" y="2790774"/>
                  </a:moveTo>
                  <a:lnTo>
                    <a:pt x="143471" y="2790774"/>
                  </a:lnTo>
                  <a:lnTo>
                    <a:pt x="143471" y="2746476"/>
                  </a:lnTo>
                  <a:lnTo>
                    <a:pt x="1011313" y="2746476"/>
                  </a:lnTo>
                  <a:lnTo>
                    <a:pt x="1011313" y="2790774"/>
                  </a:lnTo>
                </a:path>
                <a:path w="1144904" h="4460240">
                  <a:moveTo>
                    <a:pt x="143471" y="2746476"/>
                  </a:moveTo>
                  <a:lnTo>
                    <a:pt x="1011313" y="2746476"/>
                  </a:lnTo>
                  <a:lnTo>
                    <a:pt x="1011313" y="2452497"/>
                  </a:lnTo>
                  <a:lnTo>
                    <a:pt x="143471" y="2452497"/>
                  </a:lnTo>
                  <a:lnTo>
                    <a:pt x="143471" y="2746476"/>
                  </a:lnTo>
                </a:path>
                <a:path w="1144904" h="4460240">
                  <a:moveTo>
                    <a:pt x="853744" y="2682036"/>
                  </a:moveTo>
                  <a:lnTo>
                    <a:pt x="309092" y="2682036"/>
                  </a:lnTo>
                  <a:lnTo>
                    <a:pt x="309092" y="2518943"/>
                  </a:lnTo>
                  <a:lnTo>
                    <a:pt x="853744" y="2518943"/>
                  </a:lnTo>
                  <a:lnTo>
                    <a:pt x="853744" y="2682036"/>
                  </a:lnTo>
                </a:path>
                <a:path w="1144904" h="4460240">
                  <a:moveTo>
                    <a:pt x="333248" y="1720138"/>
                  </a:moveTo>
                  <a:lnTo>
                    <a:pt x="153034" y="1720138"/>
                  </a:lnTo>
                  <a:lnTo>
                    <a:pt x="153034" y="1630667"/>
                  </a:lnTo>
                  <a:lnTo>
                    <a:pt x="333248" y="1630667"/>
                  </a:lnTo>
                  <a:lnTo>
                    <a:pt x="333248" y="1720138"/>
                  </a:lnTo>
                </a:path>
                <a:path w="1144904" h="4460240">
                  <a:moveTo>
                    <a:pt x="1015339" y="1720138"/>
                  </a:moveTo>
                  <a:lnTo>
                    <a:pt x="835126" y="1720138"/>
                  </a:lnTo>
                  <a:lnTo>
                    <a:pt x="835126" y="1630667"/>
                  </a:lnTo>
                  <a:lnTo>
                    <a:pt x="1015339" y="1630667"/>
                  </a:lnTo>
                  <a:lnTo>
                    <a:pt x="1015339" y="1720138"/>
                  </a:lnTo>
                </a:path>
                <a:path w="1144904" h="4460240">
                  <a:moveTo>
                    <a:pt x="626160" y="1397393"/>
                  </a:moveTo>
                  <a:lnTo>
                    <a:pt x="536689" y="1397393"/>
                  </a:lnTo>
                  <a:lnTo>
                    <a:pt x="536689" y="1217180"/>
                  </a:lnTo>
                  <a:lnTo>
                    <a:pt x="626160" y="1217180"/>
                  </a:lnTo>
                  <a:lnTo>
                    <a:pt x="626160" y="1397393"/>
                  </a:lnTo>
                </a:path>
                <a:path w="1144904" h="4460240">
                  <a:moveTo>
                    <a:pt x="1144422" y="1002741"/>
                  </a:moveTo>
                  <a:lnTo>
                    <a:pt x="12" y="1002741"/>
                  </a:lnTo>
                  <a:lnTo>
                    <a:pt x="12" y="738962"/>
                  </a:lnTo>
                  <a:lnTo>
                    <a:pt x="1144422" y="738962"/>
                  </a:lnTo>
                </a:path>
                <a:path w="1144904" h="4460240">
                  <a:moveTo>
                    <a:pt x="1144422" y="737958"/>
                  </a:moveTo>
                  <a:lnTo>
                    <a:pt x="12" y="737958"/>
                  </a:lnTo>
                  <a:lnTo>
                    <a:pt x="12" y="536600"/>
                  </a:lnTo>
                  <a:lnTo>
                    <a:pt x="1144422" y="536600"/>
                  </a:lnTo>
                </a:path>
                <a:path w="1144904" h="4460240">
                  <a:moveTo>
                    <a:pt x="644842" y="658926"/>
                  </a:moveTo>
                  <a:lnTo>
                    <a:pt x="517982" y="658926"/>
                  </a:lnTo>
                  <a:lnTo>
                    <a:pt x="517982" y="591972"/>
                  </a:lnTo>
                  <a:lnTo>
                    <a:pt x="644842" y="591972"/>
                  </a:lnTo>
                  <a:lnTo>
                    <a:pt x="644842" y="658926"/>
                  </a:lnTo>
                </a:path>
                <a:path w="1144904" h="4460240">
                  <a:moveTo>
                    <a:pt x="931519" y="658926"/>
                  </a:moveTo>
                  <a:lnTo>
                    <a:pt x="804672" y="658926"/>
                  </a:lnTo>
                  <a:lnTo>
                    <a:pt x="804672" y="591972"/>
                  </a:lnTo>
                  <a:lnTo>
                    <a:pt x="931519" y="591972"/>
                  </a:lnTo>
                  <a:lnTo>
                    <a:pt x="931519" y="658926"/>
                  </a:lnTo>
                </a:path>
                <a:path w="1144904" h="4460240">
                  <a:moveTo>
                    <a:pt x="1144422" y="658926"/>
                  </a:moveTo>
                  <a:lnTo>
                    <a:pt x="1091349" y="658926"/>
                  </a:lnTo>
                  <a:lnTo>
                    <a:pt x="1091349" y="591972"/>
                  </a:lnTo>
                  <a:lnTo>
                    <a:pt x="1144422" y="591972"/>
                  </a:lnTo>
                </a:path>
                <a:path w="1144904" h="4460240">
                  <a:moveTo>
                    <a:pt x="233832" y="591985"/>
                  </a:moveTo>
                  <a:lnTo>
                    <a:pt x="360679" y="591985"/>
                  </a:lnTo>
                  <a:lnTo>
                    <a:pt x="360679" y="658939"/>
                  </a:lnTo>
                  <a:lnTo>
                    <a:pt x="233832" y="658939"/>
                  </a:lnTo>
                  <a:lnTo>
                    <a:pt x="233832" y="591985"/>
                  </a:lnTo>
                </a:path>
                <a:path w="1144904" h="4460240">
                  <a:moveTo>
                    <a:pt x="0" y="591985"/>
                  </a:moveTo>
                  <a:lnTo>
                    <a:pt x="74002" y="591985"/>
                  </a:lnTo>
                  <a:lnTo>
                    <a:pt x="74002" y="658939"/>
                  </a:lnTo>
                  <a:lnTo>
                    <a:pt x="0" y="658939"/>
                  </a:lnTo>
                  <a:lnTo>
                    <a:pt x="0" y="591985"/>
                  </a:lnTo>
                </a:path>
                <a:path w="1144904" h="4460240">
                  <a:moveTo>
                    <a:pt x="1144422" y="535597"/>
                  </a:moveTo>
                  <a:lnTo>
                    <a:pt x="12" y="535597"/>
                  </a:lnTo>
                  <a:lnTo>
                    <a:pt x="12" y="434924"/>
                  </a:lnTo>
                  <a:lnTo>
                    <a:pt x="1144422" y="434924"/>
                  </a:lnTo>
                </a:path>
                <a:path w="1144904" h="4460240">
                  <a:moveTo>
                    <a:pt x="1056614" y="434924"/>
                  </a:moveTo>
                  <a:lnTo>
                    <a:pt x="132651" y="434924"/>
                  </a:lnTo>
                  <a:lnTo>
                    <a:pt x="132651" y="334251"/>
                  </a:lnTo>
                  <a:lnTo>
                    <a:pt x="1056614" y="334251"/>
                  </a:lnTo>
                  <a:lnTo>
                    <a:pt x="1056614" y="434924"/>
                  </a:lnTo>
                </a:path>
                <a:path w="1144904" h="4460240">
                  <a:moveTo>
                    <a:pt x="1056614" y="68465"/>
                  </a:moveTo>
                  <a:lnTo>
                    <a:pt x="132651" y="68465"/>
                  </a:lnTo>
                  <a:lnTo>
                    <a:pt x="132651" y="0"/>
                  </a:lnTo>
                  <a:lnTo>
                    <a:pt x="1056614" y="0"/>
                  </a:lnTo>
                  <a:lnTo>
                    <a:pt x="1056614" y="68465"/>
                  </a:lnTo>
                </a:path>
                <a:path w="1144904" h="4460240">
                  <a:moveTo>
                    <a:pt x="560031" y="412648"/>
                  </a:moveTo>
                  <a:lnTo>
                    <a:pt x="535736" y="412648"/>
                  </a:lnTo>
                  <a:lnTo>
                    <a:pt x="535736" y="34226"/>
                  </a:lnTo>
                  <a:lnTo>
                    <a:pt x="560031" y="34226"/>
                  </a:lnTo>
                  <a:lnTo>
                    <a:pt x="560031" y="412648"/>
                  </a:lnTo>
                </a:path>
                <a:path w="1144904" h="4460240">
                  <a:moveTo>
                    <a:pt x="653529" y="412648"/>
                  </a:moveTo>
                  <a:lnTo>
                    <a:pt x="629234" y="412648"/>
                  </a:lnTo>
                  <a:lnTo>
                    <a:pt x="629234" y="34226"/>
                  </a:lnTo>
                  <a:lnTo>
                    <a:pt x="653529" y="34226"/>
                  </a:lnTo>
                  <a:lnTo>
                    <a:pt x="653529" y="412648"/>
                  </a:lnTo>
                </a:path>
                <a:path w="1144904" h="4460240">
                  <a:moveTo>
                    <a:pt x="747026" y="412648"/>
                  </a:moveTo>
                  <a:lnTo>
                    <a:pt x="722744" y="412648"/>
                  </a:lnTo>
                  <a:lnTo>
                    <a:pt x="722744" y="34226"/>
                  </a:lnTo>
                  <a:lnTo>
                    <a:pt x="747026" y="34226"/>
                  </a:lnTo>
                  <a:lnTo>
                    <a:pt x="747026" y="412648"/>
                  </a:lnTo>
                </a:path>
                <a:path w="1144904" h="4460240">
                  <a:moveTo>
                    <a:pt x="840536" y="412648"/>
                  </a:moveTo>
                  <a:lnTo>
                    <a:pt x="816241" y="412648"/>
                  </a:lnTo>
                  <a:lnTo>
                    <a:pt x="816241" y="34226"/>
                  </a:lnTo>
                  <a:lnTo>
                    <a:pt x="840536" y="34226"/>
                  </a:lnTo>
                  <a:lnTo>
                    <a:pt x="840536" y="412648"/>
                  </a:lnTo>
                </a:path>
                <a:path w="1144904" h="4460240">
                  <a:moveTo>
                    <a:pt x="1144422" y="4097566"/>
                  </a:moveTo>
                  <a:lnTo>
                    <a:pt x="947889" y="4097566"/>
                  </a:lnTo>
                  <a:lnTo>
                    <a:pt x="947889" y="3493503"/>
                  </a:lnTo>
                  <a:lnTo>
                    <a:pt x="1144422" y="3493503"/>
                  </a:lnTo>
                </a:path>
                <a:path w="1144904" h="4460240">
                  <a:moveTo>
                    <a:pt x="1144422" y="3298190"/>
                  </a:moveTo>
                  <a:lnTo>
                    <a:pt x="1012316" y="3298190"/>
                  </a:lnTo>
                  <a:lnTo>
                    <a:pt x="1012316" y="1469898"/>
                  </a:lnTo>
                  <a:lnTo>
                    <a:pt x="1144422" y="1469898"/>
                  </a:lnTo>
                </a:path>
                <a:path w="1144904" h="4460240">
                  <a:moveTo>
                    <a:pt x="1012316" y="1469885"/>
                  </a:moveTo>
                  <a:lnTo>
                    <a:pt x="1144422" y="1469885"/>
                  </a:lnTo>
                </a:path>
                <a:path w="1144904" h="4460240">
                  <a:moveTo>
                    <a:pt x="1144422" y="1385316"/>
                  </a:moveTo>
                  <a:lnTo>
                    <a:pt x="1012316" y="1385316"/>
                  </a:lnTo>
                  <a:lnTo>
                    <a:pt x="1012316" y="146988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92419" y="2073071"/>
              <a:ext cx="196850" cy="12700"/>
            </a:xfrm>
            <a:custGeom>
              <a:avLst/>
              <a:gdLst/>
              <a:ahLst/>
              <a:cxnLst/>
              <a:rect l="l" t="t" r="r" b="b"/>
              <a:pathLst>
                <a:path w="196850" h="12700">
                  <a:moveTo>
                    <a:pt x="0" y="12700"/>
                  </a:moveTo>
                  <a:lnTo>
                    <a:pt x="196532" y="12700"/>
                  </a:lnTo>
                  <a:lnTo>
                    <a:pt x="196532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1992419" y="1990826"/>
              <a:ext cx="196850" cy="281940"/>
            </a:xfrm>
            <a:custGeom>
              <a:avLst/>
              <a:gdLst/>
              <a:ahLst/>
              <a:cxnLst/>
              <a:rect l="l" t="t" r="r" b="b"/>
              <a:pathLst>
                <a:path w="196850" h="281939">
                  <a:moveTo>
                    <a:pt x="196532" y="281889"/>
                  </a:moveTo>
                  <a:lnTo>
                    <a:pt x="64427" y="281889"/>
                  </a:lnTo>
                  <a:lnTo>
                    <a:pt x="0" y="88595"/>
                  </a:lnTo>
                </a:path>
                <a:path w="196850" h="281939">
                  <a:moveTo>
                    <a:pt x="0" y="88595"/>
                  </a:moveTo>
                  <a:lnTo>
                    <a:pt x="34226" y="0"/>
                  </a:lnTo>
                  <a:lnTo>
                    <a:pt x="19653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992419" y="2073071"/>
              <a:ext cx="196850" cy="12700"/>
            </a:xfrm>
            <a:custGeom>
              <a:avLst/>
              <a:gdLst/>
              <a:ahLst/>
              <a:cxnLst/>
              <a:rect l="l" t="t" r="r" b="b"/>
              <a:pathLst>
                <a:path w="196850" h="12700">
                  <a:moveTo>
                    <a:pt x="0" y="12700"/>
                  </a:moveTo>
                  <a:lnTo>
                    <a:pt x="196532" y="12700"/>
                  </a:lnTo>
                  <a:lnTo>
                    <a:pt x="196532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9879634" y="465223"/>
              <a:ext cx="2309495" cy="4882515"/>
            </a:xfrm>
            <a:custGeom>
              <a:avLst/>
              <a:gdLst/>
              <a:ahLst/>
              <a:cxnLst/>
              <a:rect l="l" t="t" r="r" b="b"/>
              <a:pathLst>
                <a:path w="2309495" h="4882515">
                  <a:moveTo>
                    <a:pt x="2147011" y="1424917"/>
                  </a:moveTo>
                  <a:lnTo>
                    <a:pt x="2309317" y="1424917"/>
                  </a:lnTo>
                </a:path>
                <a:path w="2309495" h="4882515">
                  <a:moveTo>
                    <a:pt x="2309317" y="1525589"/>
                  </a:moveTo>
                  <a:lnTo>
                    <a:pt x="2147011" y="1525589"/>
                  </a:lnTo>
                  <a:lnTo>
                    <a:pt x="2147011" y="1424917"/>
                  </a:lnTo>
                </a:path>
                <a:path w="2309495" h="4882515">
                  <a:moveTo>
                    <a:pt x="2177211" y="1207454"/>
                  </a:moveTo>
                  <a:lnTo>
                    <a:pt x="2309317" y="1207454"/>
                  </a:lnTo>
                </a:path>
                <a:path w="2309495" h="4882515">
                  <a:moveTo>
                    <a:pt x="2309317" y="1424917"/>
                  </a:moveTo>
                  <a:lnTo>
                    <a:pt x="2177211" y="1424917"/>
                  </a:lnTo>
                  <a:lnTo>
                    <a:pt x="2177211" y="1207454"/>
                  </a:lnTo>
                </a:path>
                <a:path w="2309495" h="4882515">
                  <a:moveTo>
                    <a:pt x="2129396" y="1114833"/>
                  </a:moveTo>
                  <a:lnTo>
                    <a:pt x="2309317" y="1114833"/>
                  </a:lnTo>
                </a:path>
                <a:path w="2309495" h="4882515">
                  <a:moveTo>
                    <a:pt x="2309317" y="1207454"/>
                  </a:moveTo>
                  <a:lnTo>
                    <a:pt x="2129396" y="1207454"/>
                  </a:lnTo>
                  <a:lnTo>
                    <a:pt x="2129396" y="1114833"/>
                  </a:lnTo>
                </a:path>
                <a:path w="2309495" h="4882515">
                  <a:moveTo>
                    <a:pt x="2005431" y="834824"/>
                  </a:moveTo>
                  <a:lnTo>
                    <a:pt x="1981136" y="834824"/>
                  </a:lnTo>
                  <a:lnTo>
                    <a:pt x="1981136" y="456402"/>
                  </a:lnTo>
                  <a:lnTo>
                    <a:pt x="2005431" y="456402"/>
                  </a:lnTo>
                  <a:lnTo>
                    <a:pt x="2005431" y="834824"/>
                  </a:lnTo>
                </a:path>
                <a:path w="2309495" h="4882515">
                  <a:moveTo>
                    <a:pt x="2098929" y="834824"/>
                  </a:moveTo>
                  <a:lnTo>
                    <a:pt x="2074646" y="834824"/>
                  </a:lnTo>
                  <a:lnTo>
                    <a:pt x="2074646" y="456402"/>
                  </a:lnTo>
                  <a:lnTo>
                    <a:pt x="2098929" y="456402"/>
                  </a:lnTo>
                  <a:lnTo>
                    <a:pt x="2098929" y="834824"/>
                  </a:lnTo>
                </a:path>
                <a:path w="2309495" h="4882515">
                  <a:moveTo>
                    <a:pt x="2098929" y="824816"/>
                  </a:moveTo>
                  <a:lnTo>
                    <a:pt x="2074646" y="824816"/>
                  </a:lnTo>
                  <a:lnTo>
                    <a:pt x="2074646" y="446394"/>
                  </a:lnTo>
                  <a:lnTo>
                    <a:pt x="2098929" y="446394"/>
                  </a:lnTo>
                  <a:lnTo>
                    <a:pt x="2098929" y="824816"/>
                  </a:lnTo>
                </a:path>
                <a:path w="2309495" h="4882515">
                  <a:moveTo>
                    <a:pt x="2192439" y="824816"/>
                  </a:moveTo>
                  <a:lnTo>
                    <a:pt x="2168144" y="824816"/>
                  </a:lnTo>
                  <a:lnTo>
                    <a:pt x="2168144" y="446394"/>
                  </a:lnTo>
                  <a:lnTo>
                    <a:pt x="2192439" y="446394"/>
                  </a:lnTo>
                  <a:lnTo>
                    <a:pt x="2192439" y="824816"/>
                  </a:lnTo>
                </a:path>
                <a:path w="2309495" h="4882515">
                  <a:moveTo>
                    <a:pt x="1350899" y="844831"/>
                  </a:moveTo>
                  <a:lnTo>
                    <a:pt x="1326603" y="844831"/>
                  </a:lnTo>
                  <a:lnTo>
                    <a:pt x="1326603" y="466409"/>
                  </a:lnTo>
                  <a:lnTo>
                    <a:pt x="1350899" y="466409"/>
                  </a:lnTo>
                  <a:lnTo>
                    <a:pt x="1350899" y="844831"/>
                  </a:lnTo>
                </a:path>
                <a:path w="2309495" h="4882515">
                  <a:moveTo>
                    <a:pt x="1444409" y="844831"/>
                  </a:moveTo>
                  <a:lnTo>
                    <a:pt x="1420126" y="844831"/>
                  </a:lnTo>
                  <a:lnTo>
                    <a:pt x="1420126" y="466409"/>
                  </a:lnTo>
                  <a:lnTo>
                    <a:pt x="1444409" y="466409"/>
                  </a:lnTo>
                  <a:lnTo>
                    <a:pt x="1444409" y="844831"/>
                  </a:lnTo>
                </a:path>
                <a:path w="2309495" h="4882515">
                  <a:moveTo>
                    <a:pt x="1537919" y="844831"/>
                  </a:moveTo>
                  <a:lnTo>
                    <a:pt x="1513624" y="844831"/>
                  </a:lnTo>
                  <a:lnTo>
                    <a:pt x="1513624" y="466409"/>
                  </a:lnTo>
                  <a:lnTo>
                    <a:pt x="1537919" y="466409"/>
                  </a:lnTo>
                  <a:lnTo>
                    <a:pt x="1537919" y="844831"/>
                  </a:lnTo>
                </a:path>
                <a:path w="2309495" h="4882515">
                  <a:moveTo>
                    <a:pt x="1537919" y="844831"/>
                  </a:moveTo>
                  <a:lnTo>
                    <a:pt x="1513624" y="844831"/>
                  </a:lnTo>
                  <a:lnTo>
                    <a:pt x="1513624" y="466409"/>
                  </a:lnTo>
                  <a:lnTo>
                    <a:pt x="1537919" y="466409"/>
                  </a:lnTo>
                  <a:lnTo>
                    <a:pt x="1537919" y="844831"/>
                  </a:lnTo>
                </a:path>
                <a:path w="2309495" h="4882515">
                  <a:moveTo>
                    <a:pt x="1631416" y="844831"/>
                  </a:moveTo>
                  <a:lnTo>
                    <a:pt x="1607121" y="844831"/>
                  </a:lnTo>
                  <a:lnTo>
                    <a:pt x="1607121" y="466409"/>
                  </a:lnTo>
                  <a:lnTo>
                    <a:pt x="1631416" y="466409"/>
                  </a:lnTo>
                  <a:lnTo>
                    <a:pt x="1631416" y="844831"/>
                  </a:lnTo>
                </a:path>
                <a:path w="2309495" h="4882515">
                  <a:moveTo>
                    <a:pt x="1631416" y="834824"/>
                  </a:moveTo>
                  <a:lnTo>
                    <a:pt x="1607121" y="834824"/>
                  </a:lnTo>
                  <a:lnTo>
                    <a:pt x="1607121" y="456402"/>
                  </a:lnTo>
                  <a:lnTo>
                    <a:pt x="1631416" y="456402"/>
                  </a:lnTo>
                  <a:lnTo>
                    <a:pt x="1631416" y="834824"/>
                  </a:lnTo>
                </a:path>
                <a:path w="2309495" h="4882515">
                  <a:moveTo>
                    <a:pt x="1631416" y="834824"/>
                  </a:moveTo>
                  <a:lnTo>
                    <a:pt x="1607121" y="834824"/>
                  </a:lnTo>
                  <a:lnTo>
                    <a:pt x="1607121" y="456402"/>
                  </a:lnTo>
                  <a:lnTo>
                    <a:pt x="1631416" y="456402"/>
                  </a:lnTo>
                  <a:lnTo>
                    <a:pt x="1631416" y="834824"/>
                  </a:lnTo>
                </a:path>
                <a:path w="2309495" h="4882515">
                  <a:moveTo>
                    <a:pt x="1724926" y="834824"/>
                  </a:moveTo>
                  <a:lnTo>
                    <a:pt x="1700631" y="834824"/>
                  </a:lnTo>
                  <a:lnTo>
                    <a:pt x="1700631" y="456402"/>
                  </a:lnTo>
                  <a:lnTo>
                    <a:pt x="1724926" y="456402"/>
                  </a:lnTo>
                  <a:lnTo>
                    <a:pt x="1724926" y="834824"/>
                  </a:lnTo>
                </a:path>
                <a:path w="2309495" h="4882515">
                  <a:moveTo>
                    <a:pt x="2309317" y="857100"/>
                  </a:moveTo>
                  <a:lnTo>
                    <a:pt x="2176716" y="857100"/>
                  </a:lnTo>
                  <a:lnTo>
                    <a:pt x="2176716" y="655614"/>
                  </a:lnTo>
                  <a:lnTo>
                    <a:pt x="2309317" y="655614"/>
                  </a:lnTo>
                </a:path>
                <a:path w="2309495" h="4882515">
                  <a:moveTo>
                    <a:pt x="2309317" y="657887"/>
                  </a:moveTo>
                  <a:lnTo>
                    <a:pt x="2177211" y="657887"/>
                  </a:lnTo>
                  <a:lnTo>
                    <a:pt x="2177211" y="456402"/>
                  </a:lnTo>
                  <a:lnTo>
                    <a:pt x="2309317" y="456402"/>
                  </a:lnTo>
                </a:path>
                <a:path w="2309495" h="4882515">
                  <a:moveTo>
                    <a:pt x="2309317" y="458675"/>
                  </a:moveTo>
                  <a:lnTo>
                    <a:pt x="2177211" y="458675"/>
                  </a:lnTo>
                  <a:lnTo>
                    <a:pt x="2177211" y="390971"/>
                  </a:lnTo>
                  <a:lnTo>
                    <a:pt x="2309317" y="390971"/>
                  </a:lnTo>
                </a:path>
                <a:path w="2309495" h="4882515">
                  <a:moveTo>
                    <a:pt x="2309317" y="333580"/>
                  </a:moveTo>
                  <a:lnTo>
                    <a:pt x="2147011" y="333580"/>
                  </a:lnTo>
                  <a:lnTo>
                    <a:pt x="2177211" y="390971"/>
                  </a:lnTo>
                  <a:lnTo>
                    <a:pt x="2309317" y="390971"/>
                  </a:lnTo>
                </a:path>
                <a:path w="2309495" h="4882515">
                  <a:moveTo>
                    <a:pt x="2309317" y="329884"/>
                  </a:moveTo>
                  <a:lnTo>
                    <a:pt x="2147011" y="329884"/>
                  </a:lnTo>
                  <a:lnTo>
                    <a:pt x="2147011" y="299722"/>
                  </a:lnTo>
                  <a:lnTo>
                    <a:pt x="2309317" y="299722"/>
                  </a:lnTo>
                </a:path>
                <a:path w="2309495" h="4882515">
                  <a:moveTo>
                    <a:pt x="2147011" y="299722"/>
                  </a:moveTo>
                  <a:lnTo>
                    <a:pt x="2256243" y="227865"/>
                  </a:lnTo>
                  <a:lnTo>
                    <a:pt x="2309317" y="227865"/>
                  </a:lnTo>
                </a:path>
                <a:path w="2309495" h="4882515">
                  <a:moveTo>
                    <a:pt x="2309317" y="299722"/>
                  </a:moveTo>
                  <a:lnTo>
                    <a:pt x="2147011" y="299722"/>
                  </a:lnTo>
                </a:path>
                <a:path w="2309495" h="4882515">
                  <a:moveTo>
                    <a:pt x="2309317" y="116118"/>
                  </a:moveTo>
                  <a:lnTo>
                    <a:pt x="2256243" y="116118"/>
                  </a:lnTo>
                  <a:lnTo>
                    <a:pt x="2256243" y="227865"/>
                  </a:lnTo>
                  <a:lnTo>
                    <a:pt x="2309317" y="227865"/>
                  </a:lnTo>
                </a:path>
                <a:path w="2309495" h="4882515">
                  <a:moveTo>
                    <a:pt x="2309317" y="116118"/>
                  </a:moveTo>
                  <a:lnTo>
                    <a:pt x="2256243" y="116118"/>
                  </a:lnTo>
                  <a:lnTo>
                    <a:pt x="2256243" y="59692"/>
                  </a:lnTo>
                  <a:lnTo>
                    <a:pt x="2261065" y="35803"/>
                  </a:lnTo>
                  <a:lnTo>
                    <a:pt x="2274215" y="16298"/>
                  </a:lnTo>
                  <a:lnTo>
                    <a:pt x="2293721" y="3147"/>
                  </a:lnTo>
                  <a:lnTo>
                    <a:pt x="2309317" y="0"/>
                  </a:lnTo>
                </a:path>
                <a:path w="2309495" h="4882515">
                  <a:moveTo>
                    <a:pt x="1165339" y="3168652"/>
                  </a:moveTo>
                  <a:lnTo>
                    <a:pt x="0" y="3168652"/>
                  </a:lnTo>
                  <a:lnTo>
                    <a:pt x="0" y="1425425"/>
                  </a:lnTo>
                  <a:lnTo>
                    <a:pt x="1165339" y="1425425"/>
                  </a:lnTo>
                  <a:lnTo>
                    <a:pt x="1165339" y="3168652"/>
                  </a:lnTo>
                </a:path>
                <a:path w="2309495" h="4882515">
                  <a:moveTo>
                    <a:pt x="577392" y="1729463"/>
                  </a:moveTo>
                  <a:lnTo>
                    <a:pt x="528593" y="1733043"/>
                  </a:lnTo>
                  <a:lnTo>
                    <a:pt x="482017" y="1743445"/>
                  </a:lnTo>
                  <a:lnTo>
                    <a:pt x="438175" y="1760156"/>
                  </a:lnTo>
                  <a:lnTo>
                    <a:pt x="397578" y="1782666"/>
                  </a:lnTo>
                  <a:lnTo>
                    <a:pt x="360738" y="1810463"/>
                  </a:lnTo>
                  <a:lnTo>
                    <a:pt x="328164" y="1843038"/>
                  </a:lnTo>
                  <a:lnTo>
                    <a:pt x="300367" y="1879880"/>
                  </a:lnTo>
                  <a:lnTo>
                    <a:pt x="277858" y="1920476"/>
                  </a:lnTo>
                  <a:lnTo>
                    <a:pt x="261148" y="1964317"/>
                  </a:lnTo>
                  <a:lnTo>
                    <a:pt x="250747" y="2010891"/>
                  </a:lnTo>
                  <a:lnTo>
                    <a:pt x="247167" y="2059688"/>
                  </a:lnTo>
                  <a:lnTo>
                    <a:pt x="247167" y="3453957"/>
                  </a:lnTo>
                  <a:lnTo>
                    <a:pt x="577392" y="3453957"/>
                  </a:lnTo>
                  <a:lnTo>
                    <a:pt x="907605" y="3453957"/>
                  </a:lnTo>
                  <a:lnTo>
                    <a:pt x="907605" y="2059688"/>
                  </a:lnTo>
                  <a:lnTo>
                    <a:pt x="904025" y="2010891"/>
                  </a:lnTo>
                  <a:lnTo>
                    <a:pt x="893624" y="1964317"/>
                  </a:lnTo>
                  <a:lnTo>
                    <a:pt x="876914" y="1920476"/>
                  </a:lnTo>
                  <a:lnTo>
                    <a:pt x="854406" y="1879880"/>
                  </a:lnTo>
                  <a:lnTo>
                    <a:pt x="826610" y="1843038"/>
                  </a:lnTo>
                  <a:lnTo>
                    <a:pt x="794036" y="1810463"/>
                  </a:lnTo>
                  <a:lnTo>
                    <a:pt x="757197" y="1782666"/>
                  </a:lnTo>
                  <a:lnTo>
                    <a:pt x="716602" y="1760156"/>
                  </a:lnTo>
                  <a:lnTo>
                    <a:pt x="672762" y="1743445"/>
                  </a:lnTo>
                  <a:lnTo>
                    <a:pt x="626189" y="1733043"/>
                  </a:lnTo>
                  <a:lnTo>
                    <a:pt x="577392" y="1729463"/>
                  </a:lnTo>
                </a:path>
                <a:path w="2309495" h="4882515">
                  <a:moveTo>
                    <a:pt x="581418" y="1807491"/>
                  </a:moveTo>
                  <a:lnTo>
                    <a:pt x="535814" y="1811579"/>
                  </a:lnTo>
                  <a:lnTo>
                    <a:pt x="492891" y="1823364"/>
                  </a:lnTo>
                  <a:lnTo>
                    <a:pt x="453367" y="1842130"/>
                  </a:lnTo>
                  <a:lnTo>
                    <a:pt x="417957" y="1867160"/>
                  </a:lnTo>
                  <a:lnTo>
                    <a:pt x="387379" y="1897738"/>
                  </a:lnTo>
                  <a:lnTo>
                    <a:pt x="362349" y="1933148"/>
                  </a:lnTo>
                  <a:lnTo>
                    <a:pt x="343583" y="1972672"/>
                  </a:lnTo>
                  <a:lnTo>
                    <a:pt x="331798" y="2015595"/>
                  </a:lnTo>
                  <a:lnTo>
                    <a:pt x="327710" y="2061199"/>
                  </a:lnTo>
                  <a:lnTo>
                    <a:pt x="327710" y="3132406"/>
                  </a:lnTo>
                  <a:lnTo>
                    <a:pt x="581418" y="3132406"/>
                  </a:lnTo>
                  <a:lnTo>
                    <a:pt x="835126" y="3132406"/>
                  </a:lnTo>
                  <a:lnTo>
                    <a:pt x="835126" y="2061199"/>
                  </a:lnTo>
                  <a:lnTo>
                    <a:pt x="831039" y="2015595"/>
                  </a:lnTo>
                  <a:lnTo>
                    <a:pt x="819254" y="1972672"/>
                  </a:lnTo>
                  <a:lnTo>
                    <a:pt x="800488" y="1933148"/>
                  </a:lnTo>
                  <a:lnTo>
                    <a:pt x="775457" y="1897738"/>
                  </a:lnTo>
                  <a:lnTo>
                    <a:pt x="744879" y="1867160"/>
                  </a:lnTo>
                  <a:lnTo>
                    <a:pt x="709469" y="1842130"/>
                  </a:lnTo>
                  <a:lnTo>
                    <a:pt x="669945" y="1823364"/>
                  </a:lnTo>
                  <a:lnTo>
                    <a:pt x="627023" y="1811579"/>
                  </a:lnTo>
                  <a:lnTo>
                    <a:pt x="581418" y="1807491"/>
                  </a:lnTo>
                </a:path>
                <a:path w="2309495" h="4882515">
                  <a:moveTo>
                    <a:pt x="835126" y="2130795"/>
                  </a:moveTo>
                  <a:lnTo>
                    <a:pt x="327710" y="2130795"/>
                  </a:lnTo>
                  <a:lnTo>
                    <a:pt x="327710" y="2064349"/>
                  </a:lnTo>
                  <a:lnTo>
                    <a:pt x="835126" y="2064349"/>
                  </a:lnTo>
                  <a:lnTo>
                    <a:pt x="835126" y="2130795"/>
                  </a:lnTo>
                </a:path>
                <a:path w="2309495" h="4882515">
                  <a:moveTo>
                    <a:pt x="543598" y="3132406"/>
                  </a:moveTo>
                  <a:lnTo>
                    <a:pt x="510374" y="3132406"/>
                  </a:lnTo>
                  <a:lnTo>
                    <a:pt x="510374" y="2130541"/>
                  </a:lnTo>
                  <a:lnTo>
                    <a:pt x="543598" y="2130541"/>
                  </a:lnTo>
                  <a:lnTo>
                    <a:pt x="543598" y="3132406"/>
                  </a:lnTo>
                </a:path>
                <a:path w="2309495" h="4882515">
                  <a:moveTo>
                    <a:pt x="667562" y="3132406"/>
                  </a:moveTo>
                  <a:lnTo>
                    <a:pt x="634339" y="3132406"/>
                  </a:lnTo>
                  <a:lnTo>
                    <a:pt x="634339" y="2130541"/>
                  </a:lnTo>
                  <a:lnTo>
                    <a:pt x="667562" y="2130541"/>
                  </a:lnTo>
                  <a:lnTo>
                    <a:pt x="667562" y="3132406"/>
                  </a:lnTo>
                </a:path>
                <a:path w="2309495" h="4882515">
                  <a:moveTo>
                    <a:pt x="791514" y="3132406"/>
                  </a:moveTo>
                  <a:lnTo>
                    <a:pt x="758291" y="3132406"/>
                  </a:lnTo>
                  <a:lnTo>
                    <a:pt x="758291" y="2130541"/>
                  </a:lnTo>
                  <a:lnTo>
                    <a:pt x="791514" y="2130541"/>
                  </a:lnTo>
                  <a:lnTo>
                    <a:pt x="791514" y="3132406"/>
                  </a:lnTo>
                </a:path>
                <a:path w="2309495" h="4882515">
                  <a:moveTo>
                    <a:pt x="419646" y="3132406"/>
                  </a:moveTo>
                  <a:lnTo>
                    <a:pt x="386422" y="3132406"/>
                  </a:lnTo>
                  <a:lnTo>
                    <a:pt x="386422" y="2130541"/>
                  </a:lnTo>
                  <a:lnTo>
                    <a:pt x="419646" y="2130541"/>
                  </a:lnTo>
                  <a:lnTo>
                    <a:pt x="419646" y="3132406"/>
                  </a:lnTo>
                </a:path>
                <a:path w="2309495" h="4882515">
                  <a:moveTo>
                    <a:pt x="1011301" y="4519741"/>
                  </a:moveTo>
                  <a:lnTo>
                    <a:pt x="143471" y="4519741"/>
                  </a:lnTo>
                  <a:lnTo>
                    <a:pt x="143471" y="3753589"/>
                  </a:lnTo>
                  <a:lnTo>
                    <a:pt x="1011301" y="3753589"/>
                  </a:lnTo>
                  <a:lnTo>
                    <a:pt x="1011301" y="4519741"/>
                  </a:lnTo>
                </a:path>
                <a:path w="2309495" h="4882515">
                  <a:moveTo>
                    <a:pt x="1011301" y="3753589"/>
                  </a:moveTo>
                  <a:lnTo>
                    <a:pt x="143471" y="3753589"/>
                  </a:lnTo>
                  <a:lnTo>
                    <a:pt x="143471" y="3293493"/>
                  </a:lnTo>
                  <a:lnTo>
                    <a:pt x="1011301" y="3293493"/>
                  </a:lnTo>
                  <a:lnTo>
                    <a:pt x="1011301" y="3753589"/>
                  </a:lnTo>
                </a:path>
                <a:path w="2309495" h="4882515">
                  <a:moveTo>
                    <a:pt x="1419047" y="4882174"/>
                  </a:moveTo>
                  <a:lnTo>
                    <a:pt x="911631" y="4882174"/>
                  </a:lnTo>
                  <a:lnTo>
                    <a:pt x="911631" y="4519741"/>
                  </a:lnTo>
                  <a:lnTo>
                    <a:pt x="1419047" y="4519741"/>
                  </a:lnTo>
                  <a:lnTo>
                    <a:pt x="1419047" y="4882174"/>
                  </a:lnTo>
                </a:path>
                <a:path w="2309495" h="4882515">
                  <a:moveTo>
                    <a:pt x="947877" y="3915679"/>
                  </a:moveTo>
                  <a:lnTo>
                    <a:pt x="859281" y="3853258"/>
                  </a:lnTo>
                  <a:lnTo>
                    <a:pt x="1165339" y="3853258"/>
                  </a:lnTo>
                  <a:lnTo>
                    <a:pt x="1165339" y="3915679"/>
                  </a:lnTo>
                  <a:lnTo>
                    <a:pt x="947877" y="3915679"/>
                  </a:lnTo>
                </a:path>
                <a:path w="2309495" h="4882515">
                  <a:moveTo>
                    <a:pt x="911644" y="3853258"/>
                  </a:moveTo>
                  <a:lnTo>
                    <a:pt x="1012317" y="3720365"/>
                  </a:lnTo>
                  <a:lnTo>
                    <a:pt x="1165339" y="3720365"/>
                  </a:lnTo>
                  <a:lnTo>
                    <a:pt x="1165339" y="3853258"/>
                  </a:lnTo>
                  <a:lnTo>
                    <a:pt x="911644" y="3853258"/>
                  </a:lnTo>
                </a:path>
                <a:path w="2309495" h="4882515">
                  <a:moveTo>
                    <a:pt x="911644" y="4882174"/>
                  </a:moveTo>
                  <a:lnTo>
                    <a:pt x="243141" y="4882174"/>
                  </a:lnTo>
                  <a:lnTo>
                    <a:pt x="243141" y="4519741"/>
                  </a:lnTo>
                  <a:lnTo>
                    <a:pt x="911644" y="4519741"/>
                  </a:lnTo>
                  <a:lnTo>
                    <a:pt x="911644" y="4882174"/>
                  </a:lnTo>
                </a:path>
                <a:path w="2309495" h="4882515">
                  <a:moveTo>
                    <a:pt x="577392" y="3422360"/>
                  </a:moveTo>
                  <a:lnTo>
                    <a:pt x="531788" y="3426447"/>
                  </a:lnTo>
                  <a:lnTo>
                    <a:pt x="488865" y="3438232"/>
                  </a:lnTo>
                  <a:lnTo>
                    <a:pt x="449341" y="3456998"/>
                  </a:lnTo>
                  <a:lnTo>
                    <a:pt x="413931" y="3482028"/>
                  </a:lnTo>
                  <a:lnTo>
                    <a:pt x="383353" y="3512605"/>
                  </a:lnTo>
                  <a:lnTo>
                    <a:pt x="358323" y="3548013"/>
                  </a:lnTo>
                  <a:lnTo>
                    <a:pt x="339557" y="3587535"/>
                  </a:lnTo>
                  <a:lnTo>
                    <a:pt x="327772" y="3630454"/>
                  </a:lnTo>
                  <a:lnTo>
                    <a:pt x="323684" y="3676055"/>
                  </a:lnTo>
                  <a:lnTo>
                    <a:pt x="323684" y="4519741"/>
                  </a:lnTo>
                  <a:lnTo>
                    <a:pt x="577392" y="4519741"/>
                  </a:lnTo>
                  <a:lnTo>
                    <a:pt x="831100" y="4519741"/>
                  </a:lnTo>
                  <a:lnTo>
                    <a:pt x="831100" y="3676055"/>
                  </a:lnTo>
                  <a:lnTo>
                    <a:pt x="827012" y="3630454"/>
                  </a:lnTo>
                  <a:lnTo>
                    <a:pt x="815226" y="3587535"/>
                  </a:lnTo>
                  <a:lnTo>
                    <a:pt x="796459" y="3548013"/>
                  </a:lnTo>
                  <a:lnTo>
                    <a:pt x="771427" y="3512605"/>
                  </a:lnTo>
                  <a:lnTo>
                    <a:pt x="740848" y="3482028"/>
                  </a:lnTo>
                  <a:lnTo>
                    <a:pt x="705438" y="3456998"/>
                  </a:lnTo>
                  <a:lnTo>
                    <a:pt x="665914" y="3438232"/>
                  </a:lnTo>
                  <a:lnTo>
                    <a:pt x="622993" y="3426447"/>
                  </a:lnTo>
                  <a:lnTo>
                    <a:pt x="577392" y="3422360"/>
                  </a:lnTo>
                </a:path>
                <a:path w="2309495" h="4882515">
                  <a:moveTo>
                    <a:pt x="831100" y="3786812"/>
                  </a:moveTo>
                  <a:lnTo>
                    <a:pt x="323684" y="3786812"/>
                  </a:lnTo>
                  <a:lnTo>
                    <a:pt x="323684" y="3720365"/>
                  </a:lnTo>
                  <a:lnTo>
                    <a:pt x="831100" y="3720365"/>
                  </a:lnTo>
                  <a:lnTo>
                    <a:pt x="831100" y="3786812"/>
                  </a:lnTo>
                </a:path>
                <a:path w="2309495" h="4882515">
                  <a:moveTo>
                    <a:pt x="539572" y="4531565"/>
                  </a:moveTo>
                  <a:lnTo>
                    <a:pt x="506349" y="4531565"/>
                  </a:lnTo>
                  <a:lnTo>
                    <a:pt x="506349" y="3786558"/>
                  </a:lnTo>
                  <a:lnTo>
                    <a:pt x="539572" y="3786558"/>
                  </a:lnTo>
                  <a:lnTo>
                    <a:pt x="539572" y="4531565"/>
                  </a:lnTo>
                </a:path>
                <a:path w="2309495" h="4882515">
                  <a:moveTo>
                    <a:pt x="663524" y="4531565"/>
                  </a:moveTo>
                  <a:lnTo>
                    <a:pt x="630301" y="4531565"/>
                  </a:lnTo>
                  <a:lnTo>
                    <a:pt x="630301" y="3786558"/>
                  </a:lnTo>
                  <a:lnTo>
                    <a:pt x="663524" y="3786558"/>
                  </a:lnTo>
                  <a:lnTo>
                    <a:pt x="663524" y="4531565"/>
                  </a:lnTo>
                </a:path>
                <a:path w="2309495" h="4882515">
                  <a:moveTo>
                    <a:pt x="787488" y="4531565"/>
                  </a:moveTo>
                  <a:lnTo>
                    <a:pt x="754265" y="4531565"/>
                  </a:lnTo>
                  <a:lnTo>
                    <a:pt x="754265" y="3786558"/>
                  </a:lnTo>
                  <a:lnTo>
                    <a:pt x="787488" y="3786558"/>
                  </a:lnTo>
                  <a:lnTo>
                    <a:pt x="787488" y="4531565"/>
                  </a:lnTo>
                </a:path>
                <a:path w="2309495" h="4882515">
                  <a:moveTo>
                    <a:pt x="415607" y="4531565"/>
                  </a:moveTo>
                  <a:lnTo>
                    <a:pt x="382384" y="4531565"/>
                  </a:lnTo>
                  <a:lnTo>
                    <a:pt x="382384" y="3786558"/>
                  </a:lnTo>
                  <a:lnTo>
                    <a:pt x="415607" y="3786558"/>
                  </a:lnTo>
                  <a:lnTo>
                    <a:pt x="415607" y="4531565"/>
                  </a:lnTo>
                </a:path>
                <a:path w="2309495" h="4882515">
                  <a:moveTo>
                    <a:pt x="1011301" y="3293493"/>
                  </a:moveTo>
                  <a:lnTo>
                    <a:pt x="143471" y="3293493"/>
                  </a:lnTo>
                  <a:lnTo>
                    <a:pt x="143471" y="3212950"/>
                  </a:lnTo>
                  <a:lnTo>
                    <a:pt x="1011301" y="3212950"/>
                  </a:lnTo>
                  <a:lnTo>
                    <a:pt x="1011301" y="3293493"/>
                  </a:lnTo>
                </a:path>
                <a:path w="2309495" h="4882515">
                  <a:moveTo>
                    <a:pt x="804418" y="3293493"/>
                  </a:moveTo>
                  <a:lnTo>
                    <a:pt x="350367" y="3293493"/>
                  </a:lnTo>
                  <a:lnTo>
                    <a:pt x="350367" y="3212950"/>
                  </a:lnTo>
                  <a:lnTo>
                    <a:pt x="804418" y="3212950"/>
                  </a:lnTo>
                  <a:lnTo>
                    <a:pt x="804418" y="3293493"/>
                  </a:lnTo>
                </a:path>
                <a:path w="2309495" h="4882515">
                  <a:moveTo>
                    <a:pt x="1011301" y="3212950"/>
                  </a:moveTo>
                  <a:lnTo>
                    <a:pt x="143471" y="3212950"/>
                  </a:lnTo>
                  <a:lnTo>
                    <a:pt x="143471" y="3168652"/>
                  </a:lnTo>
                  <a:lnTo>
                    <a:pt x="1011301" y="3168652"/>
                  </a:lnTo>
                  <a:lnTo>
                    <a:pt x="1011301" y="3212950"/>
                  </a:lnTo>
                </a:path>
                <a:path w="2309495" h="4882515">
                  <a:moveTo>
                    <a:pt x="143471" y="3168652"/>
                  </a:moveTo>
                  <a:lnTo>
                    <a:pt x="1011313" y="3168652"/>
                  </a:lnTo>
                  <a:lnTo>
                    <a:pt x="1011313" y="2874672"/>
                  </a:lnTo>
                  <a:lnTo>
                    <a:pt x="143471" y="2874672"/>
                  </a:lnTo>
                  <a:lnTo>
                    <a:pt x="143471" y="3168652"/>
                  </a:lnTo>
                </a:path>
                <a:path w="2309495" h="4882515">
                  <a:moveTo>
                    <a:pt x="853744" y="3104212"/>
                  </a:moveTo>
                  <a:lnTo>
                    <a:pt x="309092" y="3104212"/>
                  </a:lnTo>
                  <a:lnTo>
                    <a:pt x="309092" y="2941119"/>
                  </a:lnTo>
                  <a:lnTo>
                    <a:pt x="853744" y="2941119"/>
                  </a:lnTo>
                  <a:lnTo>
                    <a:pt x="853744" y="3104212"/>
                  </a:lnTo>
                </a:path>
                <a:path w="2309495" h="4882515">
                  <a:moveTo>
                    <a:pt x="333248" y="2142314"/>
                  </a:moveTo>
                  <a:lnTo>
                    <a:pt x="153034" y="2142314"/>
                  </a:lnTo>
                  <a:lnTo>
                    <a:pt x="153034" y="2052843"/>
                  </a:lnTo>
                  <a:lnTo>
                    <a:pt x="333248" y="2052843"/>
                  </a:lnTo>
                  <a:lnTo>
                    <a:pt x="333248" y="2142314"/>
                  </a:lnTo>
                </a:path>
                <a:path w="2309495" h="4882515">
                  <a:moveTo>
                    <a:pt x="1015339" y="2142314"/>
                  </a:moveTo>
                  <a:lnTo>
                    <a:pt x="835126" y="2142314"/>
                  </a:lnTo>
                  <a:lnTo>
                    <a:pt x="835126" y="2052843"/>
                  </a:lnTo>
                  <a:lnTo>
                    <a:pt x="1015339" y="2052843"/>
                  </a:lnTo>
                  <a:lnTo>
                    <a:pt x="1015339" y="2142314"/>
                  </a:lnTo>
                </a:path>
                <a:path w="2309495" h="4882515">
                  <a:moveTo>
                    <a:pt x="626160" y="1819569"/>
                  </a:moveTo>
                  <a:lnTo>
                    <a:pt x="536689" y="1819569"/>
                  </a:lnTo>
                  <a:lnTo>
                    <a:pt x="536689" y="1639356"/>
                  </a:lnTo>
                  <a:lnTo>
                    <a:pt x="626160" y="1639356"/>
                  </a:lnTo>
                  <a:lnTo>
                    <a:pt x="626160" y="1819569"/>
                  </a:lnTo>
                </a:path>
                <a:path w="2309495" h="4882515">
                  <a:moveTo>
                    <a:pt x="1165339" y="1424421"/>
                  </a:moveTo>
                  <a:lnTo>
                    <a:pt x="0" y="1424421"/>
                  </a:lnTo>
                  <a:lnTo>
                    <a:pt x="0" y="1161150"/>
                  </a:lnTo>
                  <a:lnTo>
                    <a:pt x="1165339" y="1161150"/>
                  </a:lnTo>
                  <a:lnTo>
                    <a:pt x="1165339" y="1424421"/>
                  </a:lnTo>
                </a:path>
                <a:path w="2309495" h="4882515">
                  <a:moveTo>
                    <a:pt x="1165339" y="1160134"/>
                  </a:moveTo>
                  <a:lnTo>
                    <a:pt x="0" y="1160134"/>
                  </a:lnTo>
                  <a:lnTo>
                    <a:pt x="0" y="958776"/>
                  </a:lnTo>
                  <a:lnTo>
                    <a:pt x="1165339" y="958776"/>
                  </a:lnTo>
                  <a:lnTo>
                    <a:pt x="1165339" y="1160134"/>
                  </a:lnTo>
                </a:path>
                <a:path w="2309495" h="4882515">
                  <a:moveTo>
                    <a:pt x="644842" y="1081102"/>
                  </a:moveTo>
                  <a:lnTo>
                    <a:pt x="517994" y="1081102"/>
                  </a:lnTo>
                  <a:lnTo>
                    <a:pt x="517994" y="1014148"/>
                  </a:lnTo>
                  <a:lnTo>
                    <a:pt x="644842" y="1014148"/>
                  </a:lnTo>
                  <a:lnTo>
                    <a:pt x="644842" y="1081102"/>
                  </a:lnTo>
                </a:path>
                <a:path w="2309495" h="4882515">
                  <a:moveTo>
                    <a:pt x="931519" y="1081102"/>
                  </a:moveTo>
                  <a:lnTo>
                    <a:pt x="804672" y="1081102"/>
                  </a:lnTo>
                  <a:lnTo>
                    <a:pt x="804672" y="1014148"/>
                  </a:lnTo>
                  <a:lnTo>
                    <a:pt x="931519" y="1014148"/>
                  </a:lnTo>
                  <a:lnTo>
                    <a:pt x="931519" y="1081102"/>
                  </a:lnTo>
                </a:path>
                <a:path w="2309495" h="4882515">
                  <a:moveTo>
                    <a:pt x="1165339" y="1081102"/>
                  </a:moveTo>
                  <a:lnTo>
                    <a:pt x="1091349" y="1081102"/>
                  </a:lnTo>
                  <a:lnTo>
                    <a:pt x="1091349" y="1014148"/>
                  </a:lnTo>
                  <a:lnTo>
                    <a:pt x="1165339" y="1014148"/>
                  </a:lnTo>
                  <a:lnTo>
                    <a:pt x="1165339" y="1081102"/>
                  </a:lnTo>
                </a:path>
                <a:path w="2309495" h="4882515">
                  <a:moveTo>
                    <a:pt x="233819" y="1014160"/>
                  </a:moveTo>
                  <a:lnTo>
                    <a:pt x="360680" y="1014160"/>
                  </a:lnTo>
                  <a:lnTo>
                    <a:pt x="360680" y="1081115"/>
                  </a:lnTo>
                  <a:lnTo>
                    <a:pt x="233819" y="1081115"/>
                  </a:lnTo>
                  <a:lnTo>
                    <a:pt x="233819" y="1014160"/>
                  </a:lnTo>
                </a:path>
                <a:path w="2309495" h="4882515">
                  <a:moveTo>
                    <a:pt x="0" y="1014160"/>
                  </a:moveTo>
                  <a:lnTo>
                    <a:pt x="74002" y="1014160"/>
                  </a:lnTo>
                  <a:lnTo>
                    <a:pt x="74002" y="1081115"/>
                  </a:lnTo>
                  <a:lnTo>
                    <a:pt x="0" y="1081115"/>
                  </a:lnTo>
                  <a:lnTo>
                    <a:pt x="0" y="1014160"/>
                  </a:lnTo>
                </a:path>
                <a:path w="2309495" h="4882515">
                  <a:moveTo>
                    <a:pt x="1165339" y="957772"/>
                  </a:moveTo>
                  <a:lnTo>
                    <a:pt x="0" y="957772"/>
                  </a:lnTo>
                  <a:lnTo>
                    <a:pt x="0" y="857100"/>
                  </a:lnTo>
                  <a:lnTo>
                    <a:pt x="1165339" y="857100"/>
                  </a:lnTo>
                  <a:lnTo>
                    <a:pt x="1165339" y="957772"/>
                  </a:lnTo>
                </a:path>
                <a:path w="2309495" h="4882515">
                  <a:moveTo>
                    <a:pt x="1056614" y="857100"/>
                  </a:moveTo>
                  <a:lnTo>
                    <a:pt x="132651" y="857100"/>
                  </a:lnTo>
                  <a:lnTo>
                    <a:pt x="132651" y="756427"/>
                  </a:lnTo>
                  <a:lnTo>
                    <a:pt x="1056614" y="756427"/>
                  </a:lnTo>
                  <a:lnTo>
                    <a:pt x="1056614" y="857100"/>
                  </a:lnTo>
                </a:path>
                <a:path w="2309495" h="4882515">
                  <a:moveTo>
                    <a:pt x="1056614" y="490641"/>
                  </a:moveTo>
                  <a:lnTo>
                    <a:pt x="132651" y="490641"/>
                  </a:lnTo>
                  <a:lnTo>
                    <a:pt x="132651" y="422175"/>
                  </a:lnTo>
                  <a:lnTo>
                    <a:pt x="1056614" y="422175"/>
                  </a:lnTo>
                  <a:lnTo>
                    <a:pt x="1056614" y="490641"/>
                  </a:lnTo>
                </a:path>
                <a:path w="2309495" h="4882515">
                  <a:moveTo>
                    <a:pt x="560019" y="834824"/>
                  </a:moveTo>
                  <a:lnTo>
                    <a:pt x="535736" y="834824"/>
                  </a:lnTo>
                  <a:lnTo>
                    <a:pt x="535736" y="456402"/>
                  </a:lnTo>
                  <a:lnTo>
                    <a:pt x="560019" y="456402"/>
                  </a:lnTo>
                  <a:lnTo>
                    <a:pt x="560019" y="834824"/>
                  </a:lnTo>
                </a:path>
                <a:path w="2309495" h="4882515">
                  <a:moveTo>
                    <a:pt x="653529" y="834824"/>
                  </a:moveTo>
                  <a:lnTo>
                    <a:pt x="629234" y="834824"/>
                  </a:lnTo>
                  <a:lnTo>
                    <a:pt x="629234" y="456402"/>
                  </a:lnTo>
                  <a:lnTo>
                    <a:pt x="653529" y="456402"/>
                  </a:lnTo>
                  <a:lnTo>
                    <a:pt x="653529" y="834824"/>
                  </a:lnTo>
                </a:path>
                <a:path w="2309495" h="4882515">
                  <a:moveTo>
                    <a:pt x="747026" y="834824"/>
                  </a:moveTo>
                  <a:lnTo>
                    <a:pt x="722731" y="834824"/>
                  </a:lnTo>
                  <a:lnTo>
                    <a:pt x="722731" y="456402"/>
                  </a:lnTo>
                  <a:lnTo>
                    <a:pt x="747026" y="456402"/>
                  </a:lnTo>
                  <a:lnTo>
                    <a:pt x="747026" y="834824"/>
                  </a:lnTo>
                </a:path>
                <a:path w="2309495" h="4882515">
                  <a:moveTo>
                    <a:pt x="840536" y="834824"/>
                  </a:moveTo>
                  <a:lnTo>
                    <a:pt x="816241" y="834824"/>
                  </a:lnTo>
                  <a:lnTo>
                    <a:pt x="816241" y="456402"/>
                  </a:lnTo>
                  <a:lnTo>
                    <a:pt x="840536" y="456402"/>
                  </a:lnTo>
                  <a:lnTo>
                    <a:pt x="840536" y="834824"/>
                  </a:lnTo>
                </a:path>
                <a:path w="2309495" h="4882515">
                  <a:moveTo>
                    <a:pt x="1382801" y="4519741"/>
                  </a:moveTo>
                  <a:lnTo>
                    <a:pt x="947877" y="4519741"/>
                  </a:lnTo>
                  <a:lnTo>
                    <a:pt x="947877" y="3915679"/>
                  </a:lnTo>
                  <a:lnTo>
                    <a:pt x="1382801" y="3915679"/>
                  </a:lnTo>
                  <a:lnTo>
                    <a:pt x="1382801" y="4519741"/>
                  </a:lnTo>
                </a:path>
                <a:path w="2309495" h="4882515">
                  <a:moveTo>
                    <a:pt x="1382801" y="3915679"/>
                  </a:moveTo>
                  <a:lnTo>
                    <a:pt x="1471396" y="3853258"/>
                  </a:lnTo>
                  <a:lnTo>
                    <a:pt x="1165339" y="3853258"/>
                  </a:lnTo>
                  <a:lnTo>
                    <a:pt x="1165339" y="3915679"/>
                  </a:lnTo>
                  <a:lnTo>
                    <a:pt x="1382801" y="3915679"/>
                  </a:lnTo>
                </a:path>
                <a:path w="2309495" h="4882515">
                  <a:moveTo>
                    <a:pt x="1419047" y="3853258"/>
                  </a:moveTo>
                  <a:lnTo>
                    <a:pt x="1318374" y="3720365"/>
                  </a:lnTo>
                  <a:lnTo>
                    <a:pt x="1165339" y="3720365"/>
                  </a:lnTo>
                  <a:lnTo>
                    <a:pt x="1165339" y="3853258"/>
                  </a:lnTo>
                  <a:lnTo>
                    <a:pt x="1419047" y="3853258"/>
                  </a:lnTo>
                </a:path>
                <a:path w="2309495" h="4882515">
                  <a:moveTo>
                    <a:pt x="1318374" y="3720365"/>
                  </a:moveTo>
                  <a:lnTo>
                    <a:pt x="1012316" y="3720365"/>
                  </a:lnTo>
                  <a:lnTo>
                    <a:pt x="1012316" y="1892073"/>
                  </a:lnTo>
                  <a:lnTo>
                    <a:pt x="1318374" y="1892073"/>
                  </a:lnTo>
                  <a:lnTo>
                    <a:pt x="1318374" y="3720365"/>
                  </a:lnTo>
                </a:path>
                <a:path w="2309495" h="4882515">
                  <a:moveTo>
                    <a:pt x="1012317" y="1892061"/>
                  </a:moveTo>
                  <a:lnTo>
                    <a:pt x="1318374" y="1892061"/>
                  </a:lnTo>
                  <a:lnTo>
                    <a:pt x="1318374" y="1807491"/>
                  </a:lnTo>
                  <a:lnTo>
                    <a:pt x="1012317" y="1807491"/>
                  </a:lnTo>
                  <a:lnTo>
                    <a:pt x="1012317" y="189206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1161" y="1883791"/>
              <a:ext cx="447624" cy="3952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041343" y="856195"/>
              <a:ext cx="1204595" cy="1034415"/>
            </a:xfrm>
            <a:custGeom>
              <a:avLst/>
              <a:gdLst/>
              <a:ahLst/>
              <a:cxnLst/>
              <a:rect l="l" t="t" r="r" b="b"/>
              <a:pathLst>
                <a:path w="1204595" h="1034414">
                  <a:moveTo>
                    <a:pt x="850607" y="816483"/>
                  </a:moveTo>
                  <a:lnTo>
                    <a:pt x="1156665" y="816483"/>
                  </a:lnTo>
                  <a:lnTo>
                    <a:pt x="1156665" y="1033945"/>
                  </a:lnTo>
                  <a:lnTo>
                    <a:pt x="850607" y="1033945"/>
                  </a:lnTo>
                  <a:lnTo>
                    <a:pt x="850607" y="816483"/>
                  </a:lnTo>
                </a:path>
                <a:path w="1204595" h="1034414">
                  <a:moveTo>
                    <a:pt x="802779" y="723861"/>
                  </a:moveTo>
                  <a:lnTo>
                    <a:pt x="1204480" y="723861"/>
                  </a:lnTo>
                  <a:lnTo>
                    <a:pt x="1204480" y="816483"/>
                  </a:lnTo>
                  <a:lnTo>
                    <a:pt x="802779" y="816483"/>
                  </a:lnTo>
                  <a:lnTo>
                    <a:pt x="802779" y="723861"/>
                  </a:lnTo>
                </a:path>
                <a:path w="1204595" h="1034414">
                  <a:moveTo>
                    <a:pt x="678827" y="443852"/>
                  </a:moveTo>
                  <a:lnTo>
                    <a:pt x="654532" y="443852"/>
                  </a:lnTo>
                  <a:lnTo>
                    <a:pt x="654532" y="65430"/>
                  </a:lnTo>
                  <a:lnTo>
                    <a:pt x="678827" y="65430"/>
                  </a:lnTo>
                  <a:lnTo>
                    <a:pt x="678827" y="443852"/>
                  </a:lnTo>
                  <a:close/>
                </a:path>
                <a:path w="1204595" h="1034414">
                  <a:moveTo>
                    <a:pt x="772325" y="443852"/>
                  </a:moveTo>
                  <a:lnTo>
                    <a:pt x="748029" y="443852"/>
                  </a:lnTo>
                  <a:lnTo>
                    <a:pt x="748029" y="65430"/>
                  </a:lnTo>
                  <a:lnTo>
                    <a:pt x="772325" y="65430"/>
                  </a:lnTo>
                  <a:lnTo>
                    <a:pt x="772325" y="443852"/>
                  </a:lnTo>
                  <a:close/>
                </a:path>
                <a:path w="1204595" h="1034414">
                  <a:moveTo>
                    <a:pt x="772325" y="433844"/>
                  </a:moveTo>
                  <a:lnTo>
                    <a:pt x="748029" y="433844"/>
                  </a:lnTo>
                  <a:lnTo>
                    <a:pt x="748029" y="55422"/>
                  </a:lnTo>
                  <a:lnTo>
                    <a:pt x="772325" y="55422"/>
                  </a:lnTo>
                  <a:lnTo>
                    <a:pt x="772325" y="433844"/>
                  </a:lnTo>
                  <a:close/>
                </a:path>
                <a:path w="1204595" h="1034414">
                  <a:moveTo>
                    <a:pt x="865835" y="433844"/>
                  </a:moveTo>
                  <a:lnTo>
                    <a:pt x="841552" y="433844"/>
                  </a:lnTo>
                  <a:lnTo>
                    <a:pt x="841552" y="55422"/>
                  </a:lnTo>
                  <a:lnTo>
                    <a:pt x="865835" y="55422"/>
                  </a:lnTo>
                  <a:lnTo>
                    <a:pt x="865835" y="433844"/>
                  </a:lnTo>
                  <a:close/>
                </a:path>
                <a:path w="1204595" h="1034414">
                  <a:moveTo>
                    <a:pt x="24295" y="453859"/>
                  </a:moveTo>
                  <a:lnTo>
                    <a:pt x="0" y="453859"/>
                  </a:lnTo>
                  <a:lnTo>
                    <a:pt x="0" y="75437"/>
                  </a:lnTo>
                  <a:lnTo>
                    <a:pt x="24295" y="75437"/>
                  </a:lnTo>
                  <a:lnTo>
                    <a:pt x="24295" y="453859"/>
                  </a:lnTo>
                  <a:close/>
                </a:path>
                <a:path w="1204595" h="1034414">
                  <a:moveTo>
                    <a:pt x="117805" y="453859"/>
                  </a:moveTo>
                  <a:lnTo>
                    <a:pt x="93510" y="453859"/>
                  </a:lnTo>
                  <a:lnTo>
                    <a:pt x="93510" y="75437"/>
                  </a:lnTo>
                  <a:lnTo>
                    <a:pt x="117805" y="75437"/>
                  </a:lnTo>
                  <a:lnTo>
                    <a:pt x="117805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20" y="453859"/>
                  </a:lnTo>
                  <a:lnTo>
                    <a:pt x="187020" y="75437"/>
                  </a:lnTo>
                  <a:lnTo>
                    <a:pt x="211302" y="75437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20" y="453859"/>
                  </a:lnTo>
                  <a:lnTo>
                    <a:pt x="187020" y="75437"/>
                  </a:lnTo>
                  <a:lnTo>
                    <a:pt x="211302" y="75437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304812" y="453859"/>
                  </a:moveTo>
                  <a:lnTo>
                    <a:pt x="280517" y="453859"/>
                  </a:lnTo>
                  <a:lnTo>
                    <a:pt x="280517" y="75437"/>
                  </a:lnTo>
                  <a:lnTo>
                    <a:pt x="304812" y="75437"/>
                  </a:lnTo>
                  <a:lnTo>
                    <a:pt x="304812" y="453859"/>
                  </a:lnTo>
                  <a:close/>
                </a:path>
                <a:path w="1204595" h="1034414">
                  <a:moveTo>
                    <a:pt x="304812" y="443852"/>
                  </a:moveTo>
                  <a:lnTo>
                    <a:pt x="280517" y="443852"/>
                  </a:lnTo>
                  <a:lnTo>
                    <a:pt x="280517" y="65430"/>
                  </a:lnTo>
                  <a:lnTo>
                    <a:pt x="304812" y="65430"/>
                  </a:lnTo>
                  <a:lnTo>
                    <a:pt x="304812" y="443852"/>
                  </a:lnTo>
                  <a:close/>
                </a:path>
                <a:path w="1204595" h="1034414">
                  <a:moveTo>
                    <a:pt x="304812" y="443852"/>
                  </a:moveTo>
                  <a:lnTo>
                    <a:pt x="280517" y="443852"/>
                  </a:lnTo>
                  <a:lnTo>
                    <a:pt x="280517" y="65430"/>
                  </a:lnTo>
                  <a:lnTo>
                    <a:pt x="304812" y="65430"/>
                  </a:lnTo>
                  <a:lnTo>
                    <a:pt x="304812" y="443852"/>
                  </a:lnTo>
                  <a:close/>
                </a:path>
                <a:path w="1204595" h="1034414">
                  <a:moveTo>
                    <a:pt x="398310" y="443852"/>
                  </a:moveTo>
                  <a:lnTo>
                    <a:pt x="374027" y="443852"/>
                  </a:lnTo>
                  <a:lnTo>
                    <a:pt x="374027" y="65430"/>
                  </a:lnTo>
                  <a:lnTo>
                    <a:pt x="398310" y="65430"/>
                  </a:lnTo>
                  <a:lnTo>
                    <a:pt x="398310" y="443852"/>
                  </a:lnTo>
                  <a:close/>
                </a:path>
                <a:path w="1204595" h="1034414">
                  <a:moveTo>
                    <a:pt x="1157160" y="466128"/>
                  </a:moveTo>
                  <a:lnTo>
                    <a:pt x="850099" y="466128"/>
                  </a:lnTo>
                  <a:lnTo>
                    <a:pt x="850099" y="264642"/>
                  </a:lnTo>
                  <a:lnTo>
                    <a:pt x="1157160" y="264642"/>
                  </a:lnTo>
                  <a:lnTo>
                    <a:pt x="1157160" y="466128"/>
                  </a:lnTo>
                  <a:close/>
                </a:path>
                <a:path w="1204595" h="1034414">
                  <a:moveTo>
                    <a:pt x="1156665" y="266915"/>
                  </a:moveTo>
                  <a:lnTo>
                    <a:pt x="850607" y="266915"/>
                  </a:lnTo>
                  <a:lnTo>
                    <a:pt x="850607" y="65430"/>
                  </a:lnTo>
                  <a:lnTo>
                    <a:pt x="1156665" y="65430"/>
                  </a:lnTo>
                  <a:lnTo>
                    <a:pt x="1156665" y="266915"/>
                  </a:lnTo>
                  <a:close/>
                </a:path>
                <a:path w="1204595" h="1034414">
                  <a:moveTo>
                    <a:pt x="1156665" y="67703"/>
                  </a:moveTo>
                  <a:lnTo>
                    <a:pt x="850607" y="67703"/>
                  </a:lnTo>
                  <a:lnTo>
                    <a:pt x="850607" y="0"/>
                  </a:lnTo>
                  <a:lnTo>
                    <a:pt x="1003630" y="0"/>
                  </a:lnTo>
                  <a:lnTo>
                    <a:pt x="1156665" y="0"/>
                  </a:lnTo>
                  <a:lnTo>
                    <a:pt x="1156665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55388" y="792454"/>
              <a:ext cx="379171" cy="700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861738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71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35" y="0"/>
                  </a:lnTo>
                  <a:lnTo>
                    <a:pt x="366471" y="0"/>
                  </a:lnTo>
                  <a:lnTo>
                    <a:pt x="366471" y="301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55388" y="457199"/>
              <a:ext cx="379171" cy="31409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14295" y="887399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29" h="4460240">
                  <a:moveTo>
                    <a:pt x="1165339" y="2746476"/>
                  </a:moveTo>
                  <a:lnTo>
                    <a:pt x="21526" y="2746476"/>
                  </a:lnTo>
                  <a:lnTo>
                    <a:pt x="21526" y="1002741"/>
                  </a:lnTo>
                  <a:lnTo>
                    <a:pt x="1165339" y="1002741"/>
                  </a:lnTo>
                  <a:lnTo>
                    <a:pt x="1165339" y="2746476"/>
                  </a:lnTo>
                  <a:close/>
                </a:path>
                <a:path w="1471929" h="4460240">
                  <a:moveTo>
                    <a:pt x="577392" y="1307287"/>
                  </a:moveTo>
                  <a:lnTo>
                    <a:pt x="528595" y="1310867"/>
                  </a:lnTo>
                  <a:lnTo>
                    <a:pt x="482021" y="1321269"/>
                  </a:lnTo>
                  <a:lnTo>
                    <a:pt x="438180" y="1337980"/>
                  </a:lnTo>
                  <a:lnTo>
                    <a:pt x="397584" y="1360490"/>
                  </a:lnTo>
                  <a:lnTo>
                    <a:pt x="360743" y="1388288"/>
                  </a:lnTo>
                  <a:lnTo>
                    <a:pt x="328168" y="1420863"/>
                  </a:lnTo>
                  <a:lnTo>
                    <a:pt x="300370" y="1457704"/>
                  </a:lnTo>
                  <a:lnTo>
                    <a:pt x="277860" y="1498300"/>
                  </a:lnTo>
                  <a:lnTo>
                    <a:pt x="261149" y="1542141"/>
                  </a:lnTo>
                  <a:lnTo>
                    <a:pt x="250748" y="1588715"/>
                  </a:lnTo>
                  <a:lnTo>
                    <a:pt x="247167" y="1637512"/>
                  </a:lnTo>
                  <a:lnTo>
                    <a:pt x="247167" y="3031782"/>
                  </a:lnTo>
                  <a:lnTo>
                    <a:pt x="577392" y="3031782"/>
                  </a:lnTo>
                  <a:lnTo>
                    <a:pt x="907605" y="3031782"/>
                  </a:lnTo>
                  <a:lnTo>
                    <a:pt x="907605" y="1637512"/>
                  </a:lnTo>
                  <a:lnTo>
                    <a:pt x="904025" y="1588715"/>
                  </a:lnTo>
                  <a:lnTo>
                    <a:pt x="893624" y="1542141"/>
                  </a:lnTo>
                  <a:lnTo>
                    <a:pt x="876914" y="1498300"/>
                  </a:lnTo>
                  <a:lnTo>
                    <a:pt x="854406" y="1457704"/>
                  </a:lnTo>
                  <a:lnTo>
                    <a:pt x="826610" y="1420863"/>
                  </a:lnTo>
                  <a:lnTo>
                    <a:pt x="794036" y="1388288"/>
                  </a:lnTo>
                  <a:lnTo>
                    <a:pt x="757197" y="1360490"/>
                  </a:lnTo>
                  <a:lnTo>
                    <a:pt x="716602" y="1337980"/>
                  </a:lnTo>
                  <a:lnTo>
                    <a:pt x="672762" y="1321269"/>
                  </a:lnTo>
                  <a:lnTo>
                    <a:pt x="626189" y="1310867"/>
                  </a:lnTo>
                  <a:lnTo>
                    <a:pt x="577392" y="1307287"/>
                  </a:lnTo>
                  <a:close/>
                </a:path>
                <a:path w="1471929" h="4460240">
                  <a:moveTo>
                    <a:pt x="581418" y="1385316"/>
                  </a:moveTo>
                  <a:lnTo>
                    <a:pt x="535814" y="1389403"/>
                  </a:lnTo>
                  <a:lnTo>
                    <a:pt x="492891" y="1401188"/>
                  </a:lnTo>
                  <a:lnTo>
                    <a:pt x="453367" y="1419954"/>
                  </a:lnTo>
                  <a:lnTo>
                    <a:pt x="417957" y="1444984"/>
                  </a:lnTo>
                  <a:lnTo>
                    <a:pt x="387379" y="1475563"/>
                  </a:lnTo>
                  <a:lnTo>
                    <a:pt x="362349" y="1510972"/>
                  </a:lnTo>
                  <a:lnTo>
                    <a:pt x="343583" y="1550496"/>
                  </a:lnTo>
                  <a:lnTo>
                    <a:pt x="331798" y="1593419"/>
                  </a:lnTo>
                  <a:lnTo>
                    <a:pt x="327710" y="1639023"/>
                  </a:lnTo>
                  <a:lnTo>
                    <a:pt x="327710" y="2710230"/>
                  </a:lnTo>
                  <a:lnTo>
                    <a:pt x="581418" y="2710230"/>
                  </a:lnTo>
                  <a:lnTo>
                    <a:pt x="835126" y="2710230"/>
                  </a:lnTo>
                  <a:lnTo>
                    <a:pt x="835126" y="1639023"/>
                  </a:lnTo>
                  <a:lnTo>
                    <a:pt x="831039" y="1593419"/>
                  </a:lnTo>
                  <a:lnTo>
                    <a:pt x="819254" y="1550496"/>
                  </a:lnTo>
                  <a:lnTo>
                    <a:pt x="800488" y="1510972"/>
                  </a:lnTo>
                  <a:lnTo>
                    <a:pt x="775457" y="1475563"/>
                  </a:lnTo>
                  <a:lnTo>
                    <a:pt x="744879" y="1444984"/>
                  </a:lnTo>
                  <a:lnTo>
                    <a:pt x="709469" y="1419954"/>
                  </a:lnTo>
                  <a:lnTo>
                    <a:pt x="669945" y="1401188"/>
                  </a:lnTo>
                  <a:lnTo>
                    <a:pt x="627023" y="1389403"/>
                  </a:lnTo>
                  <a:lnTo>
                    <a:pt x="581418" y="1385316"/>
                  </a:lnTo>
                  <a:close/>
                </a:path>
                <a:path w="1471929" h="4460240">
                  <a:moveTo>
                    <a:pt x="835126" y="1708619"/>
                  </a:moveTo>
                  <a:lnTo>
                    <a:pt x="327710" y="1708619"/>
                  </a:lnTo>
                  <a:lnTo>
                    <a:pt x="327710" y="1642173"/>
                  </a:lnTo>
                  <a:lnTo>
                    <a:pt x="835126" y="1642173"/>
                  </a:lnTo>
                  <a:lnTo>
                    <a:pt x="835126" y="1708619"/>
                  </a:lnTo>
                  <a:close/>
                </a:path>
                <a:path w="1471929" h="4460240">
                  <a:moveTo>
                    <a:pt x="543598" y="2710230"/>
                  </a:moveTo>
                  <a:lnTo>
                    <a:pt x="510374" y="2710230"/>
                  </a:lnTo>
                  <a:lnTo>
                    <a:pt x="510374" y="1708365"/>
                  </a:lnTo>
                  <a:lnTo>
                    <a:pt x="543598" y="1708365"/>
                  </a:lnTo>
                  <a:lnTo>
                    <a:pt x="543598" y="2710230"/>
                  </a:lnTo>
                  <a:close/>
                </a:path>
                <a:path w="1471929" h="4460240">
                  <a:moveTo>
                    <a:pt x="667562" y="2710230"/>
                  </a:moveTo>
                  <a:lnTo>
                    <a:pt x="634339" y="2710230"/>
                  </a:lnTo>
                  <a:lnTo>
                    <a:pt x="634339" y="1708365"/>
                  </a:lnTo>
                  <a:lnTo>
                    <a:pt x="667562" y="1708365"/>
                  </a:lnTo>
                  <a:lnTo>
                    <a:pt x="667562" y="2710230"/>
                  </a:lnTo>
                  <a:close/>
                </a:path>
                <a:path w="1471929" h="4460240">
                  <a:moveTo>
                    <a:pt x="791514" y="2710230"/>
                  </a:moveTo>
                  <a:lnTo>
                    <a:pt x="758291" y="2710230"/>
                  </a:lnTo>
                  <a:lnTo>
                    <a:pt x="758291" y="1708365"/>
                  </a:lnTo>
                  <a:lnTo>
                    <a:pt x="791514" y="1708365"/>
                  </a:lnTo>
                  <a:lnTo>
                    <a:pt x="791514" y="2710230"/>
                  </a:lnTo>
                  <a:close/>
                </a:path>
                <a:path w="1471929" h="4460240">
                  <a:moveTo>
                    <a:pt x="419646" y="2710230"/>
                  </a:moveTo>
                  <a:lnTo>
                    <a:pt x="386422" y="2710230"/>
                  </a:lnTo>
                  <a:lnTo>
                    <a:pt x="386422" y="1708365"/>
                  </a:lnTo>
                  <a:lnTo>
                    <a:pt x="419646" y="1708365"/>
                  </a:lnTo>
                  <a:lnTo>
                    <a:pt x="419646" y="2710230"/>
                  </a:lnTo>
                  <a:close/>
                </a:path>
                <a:path w="1471929" h="4460240">
                  <a:moveTo>
                    <a:pt x="1011301" y="4097566"/>
                  </a:moveTo>
                  <a:lnTo>
                    <a:pt x="143471" y="4097566"/>
                  </a:lnTo>
                  <a:lnTo>
                    <a:pt x="143471" y="3331413"/>
                  </a:lnTo>
                  <a:lnTo>
                    <a:pt x="1011301" y="3331413"/>
                  </a:lnTo>
                  <a:lnTo>
                    <a:pt x="1011301" y="4097566"/>
                  </a:lnTo>
                  <a:close/>
                </a:path>
                <a:path w="1471929" h="4460240">
                  <a:moveTo>
                    <a:pt x="1011301" y="3331413"/>
                  </a:moveTo>
                  <a:lnTo>
                    <a:pt x="143471" y="3331413"/>
                  </a:lnTo>
                  <a:lnTo>
                    <a:pt x="143471" y="2871317"/>
                  </a:lnTo>
                  <a:lnTo>
                    <a:pt x="1011301" y="2871317"/>
                  </a:lnTo>
                  <a:lnTo>
                    <a:pt x="1011301" y="3331413"/>
                  </a:lnTo>
                  <a:close/>
                </a:path>
                <a:path w="1471929" h="4460240">
                  <a:moveTo>
                    <a:pt x="1419047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419047" y="4097566"/>
                  </a:lnTo>
                  <a:lnTo>
                    <a:pt x="1419047" y="4459998"/>
                  </a:lnTo>
                  <a:close/>
                </a:path>
                <a:path w="1471929" h="4460240">
                  <a:moveTo>
                    <a:pt x="947877" y="3493503"/>
                  </a:moveTo>
                  <a:lnTo>
                    <a:pt x="859282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947877" y="3493503"/>
                  </a:lnTo>
                  <a:close/>
                </a:path>
                <a:path w="1471929" h="4460240">
                  <a:moveTo>
                    <a:pt x="911644" y="3431082"/>
                  </a:moveTo>
                  <a:lnTo>
                    <a:pt x="1012317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911644" y="3431082"/>
                  </a:lnTo>
                  <a:close/>
                </a:path>
                <a:path w="1471929" h="4460240">
                  <a:moveTo>
                    <a:pt x="911644" y="4459998"/>
                  </a:moveTo>
                  <a:lnTo>
                    <a:pt x="243141" y="4459998"/>
                  </a:lnTo>
                  <a:lnTo>
                    <a:pt x="243141" y="4097566"/>
                  </a:lnTo>
                  <a:lnTo>
                    <a:pt x="911644" y="4097566"/>
                  </a:lnTo>
                  <a:lnTo>
                    <a:pt x="911644" y="4459998"/>
                  </a:lnTo>
                  <a:close/>
                </a:path>
                <a:path w="1471929" h="4460240">
                  <a:moveTo>
                    <a:pt x="593432" y="3000184"/>
                  </a:moveTo>
                  <a:lnTo>
                    <a:pt x="547828" y="3004272"/>
                  </a:lnTo>
                  <a:lnTo>
                    <a:pt x="504907" y="3016056"/>
                  </a:lnTo>
                  <a:lnTo>
                    <a:pt x="465384" y="3034822"/>
                  </a:lnTo>
                  <a:lnTo>
                    <a:pt x="429977" y="3059852"/>
                  </a:lnTo>
                  <a:lnTo>
                    <a:pt x="399401" y="3090429"/>
                  </a:lnTo>
                  <a:lnTo>
                    <a:pt x="374372" y="3125837"/>
                  </a:lnTo>
                  <a:lnTo>
                    <a:pt x="355608" y="3165359"/>
                  </a:lnTo>
                  <a:lnTo>
                    <a:pt x="343824" y="3208279"/>
                  </a:lnTo>
                  <a:lnTo>
                    <a:pt x="339737" y="3253879"/>
                  </a:lnTo>
                  <a:lnTo>
                    <a:pt x="339737" y="4097566"/>
                  </a:lnTo>
                  <a:lnTo>
                    <a:pt x="593432" y="4097566"/>
                  </a:lnTo>
                  <a:lnTo>
                    <a:pt x="847140" y="4097566"/>
                  </a:lnTo>
                  <a:lnTo>
                    <a:pt x="847140" y="3253879"/>
                  </a:lnTo>
                  <a:lnTo>
                    <a:pt x="843053" y="3208279"/>
                  </a:lnTo>
                  <a:lnTo>
                    <a:pt x="831268" y="3165359"/>
                  </a:lnTo>
                  <a:lnTo>
                    <a:pt x="812502" y="3125837"/>
                  </a:lnTo>
                  <a:lnTo>
                    <a:pt x="787471" y="3090429"/>
                  </a:lnTo>
                  <a:lnTo>
                    <a:pt x="756893" y="3059852"/>
                  </a:lnTo>
                  <a:lnTo>
                    <a:pt x="721484" y="3034822"/>
                  </a:lnTo>
                  <a:lnTo>
                    <a:pt x="681959" y="3016056"/>
                  </a:lnTo>
                  <a:lnTo>
                    <a:pt x="639037" y="3004272"/>
                  </a:lnTo>
                  <a:lnTo>
                    <a:pt x="593432" y="3000184"/>
                  </a:lnTo>
                  <a:close/>
                </a:path>
                <a:path w="1471929" h="4460240">
                  <a:moveTo>
                    <a:pt x="847140" y="3364636"/>
                  </a:moveTo>
                  <a:lnTo>
                    <a:pt x="339725" y="3364636"/>
                  </a:lnTo>
                  <a:lnTo>
                    <a:pt x="339725" y="3298190"/>
                  </a:lnTo>
                  <a:lnTo>
                    <a:pt x="847140" y="3298190"/>
                  </a:lnTo>
                  <a:lnTo>
                    <a:pt x="847140" y="3364636"/>
                  </a:lnTo>
                  <a:close/>
                </a:path>
                <a:path w="1471929" h="4460240">
                  <a:moveTo>
                    <a:pt x="1011301" y="2871317"/>
                  </a:moveTo>
                  <a:lnTo>
                    <a:pt x="143471" y="2871317"/>
                  </a:lnTo>
                  <a:lnTo>
                    <a:pt x="143471" y="2790774"/>
                  </a:lnTo>
                  <a:lnTo>
                    <a:pt x="1011301" y="2790774"/>
                  </a:lnTo>
                  <a:lnTo>
                    <a:pt x="1011301" y="2871317"/>
                  </a:lnTo>
                  <a:close/>
                </a:path>
                <a:path w="1471929" h="4460240">
                  <a:moveTo>
                    <a:pt x="804418" y="2871317"/>
                  </a:moveTo>
                  <a:lnTo>
                    <a:pt x="350367" y="2871317"/>
                  </a:lnTo>
                  <a:lnTo>
                    <a:pt x="350367" y="2790774"/>
                  </a:lnTo>
                  <a:lnTo>
                    <a:pt x="804418" y="2790774"/>
                  </a:lnTo>
                  <a:lnTo>
                    <a:pt x="804418" y="2871317"/>
                  </a:lnTo>
                  <a:close/>
                </a:path>
                <a:path w="1471929" h="4460240">
                  <a:moveTo>
                    <a:pt x="1011301" y="2790774"/>
                  </a:moveTo>
                  <a:lnTo>
                    <a:pt x="143471" y="2790774"/>
                  </a:lnTo>
                  <a:lnTo>
                    <a:pt x="143471" y="2746476"/>
                  </a:lnTo>
                  <a:lnTo>
                    <a:pt x="1011301" y="2746476"/>
                  </a:lnTo>
                  <a:lnTo>
                    <a:pt x="1011301" y="2790774"/>
                  </a:lnTo>
                  <a:close/>
                </a:path>
                <a:path w="1471929" h="4460240">
                  <a:moveTo>
                    <a:pt x="143471" y="2746476"/>
                  </a:moveTo>
                  <a:lnTo>
                    <a:pt x="1011301" y="2746476"/>
                  </a:lnTo>
                  <a:lnTo>
                    <a:pt x="1011301" y="2452497"/>
                  </a:lnTo>
                  <a:lnTo>
                    <a:pt x="143471" y="2452497"/>
                  </a:lnTo>
                  <a:lnTo>
                    <a:pt x="143471" y="2746476"/>
                  </a:lnTo>
                  <a:close/>
                </a:path>
                <a:path w="1471929" h="4460240">
                  <a:moveTo>
                    <a:pt x="853744" y="2682036"/>
                  </a:moveTo>
                  <a:lnTo>
                    <a:pt x="309092" y="2682036"/>
                  </a:lnTo>
                  <a:lnTo>
                    <a:pt x="309092" y="2518943"/>
                  </a:lnTo>
                  <a:lnTo>
                    <a:pt x="853744" y="2518943"/>
                  </a:lnTo>
                  <a:lnTo>
                    <a:pt x="853744" y="2682036"/>
                  </a:lnTo>
                  <a:close/>
                </a:path>
                <a:path w="1471929" h="4460240">
                  <a:moveTo>
                    <a:pt x="333248" y="1720138"/>
                  </a:moveTo>
                  <a:lnTo>
                    <a:pt x="174561" y="1720138"/>
                  </a:lnTo>
                  <a:lnTo>
                    <a:pt x="174561" y="1630667"/>
                  </a:lnTo>
                  <a:lnTo>
                    <a:pt x="333248" y="1630667"/>
                  </a:lnTo>
                  <a:lnTo>
                    <a:pt x="333248" y="1720138"/>
                  </a:lnTo>
                  <a:close/>
                </a:path>
                <a:path w="1471929" h="4460240">
                  <a:moveTo>
                    <a:pt x="1015339" y="1720138"/>
                  </a:moveTo>
                  <a:lnTo>
                    <a:pt x="835126" y="1720138"/>
                  </a:lnTo>
                  <a:lnTo>
                    <a:pt x="835126" y="1630667"/>
                  </a:lnTo>
                  <a:lnTo>
                    <a:pt x="1015339" y="1630667"/>
                  </a:lnTo>
                  <a:lnTo>
                    <a:pt x="1015339" y="1720138"/>
                  </a:lnTo>
                  <a:close/>
                </a:path>
                <a:path w="1471929" h="4460240">
                  <a:moveTo>
                    <a:pt x="626160" y="1397393"/>
                  </a:moveTo>
                  <a:lnTo>
                    <a:pt x="536689" y="1397393"/>
                  </a:lnTo>
                  <a:lnTo>
                    <a:pt x="536689" y="1217180"/>
                  </a:lnTo>
                  <a:lnTo>
                    <a:pt x="626160" y="1217180"/>
                  </a:lnTo>
                  <a:lnTo>
                    <a:pt x="626160" y="1397393"/>
                  </a:lnTo>
                  <a:close/>
                </a:path>
                <a:path w="1471929" h="4460240">
                  <a:moveTo>
                    <a:pt x="1165339" y="1001737"/>
                  </a:moveTo>
                  <a:lnTo>
                    <a:pt x="21526" y="1002868"/>
                  </a:lnTo>
                  <a:lnTo>
                    <a:pt x="21526" y="740092"/>
                  </a:lnTo>
                  <a:lnTo>
                    <a:pt x="1165339" y="738974"/>
                  </a:lnTo>
                  <a:lnTo>
                    <a:pt x="1165339" y="1001737"/>
                  </a:lnTo>
                  <a:close/>
                </a:path>
                <a:path w="1471929" h="4460240">
                  <a:moveTo>
                    <a:pt x="1165339" y="737958"/>
                  </a:moveTo>
                  <a:lnTo>
                    <a:pt x="0" y="737958"/>
                  </a:lnTo>
                  <a:lnTo>
                    <a:pt x="0" y="536600"/>
                  </a:lnTo>
                  <a:lnTo>
                    <a:pt x="1165339" y="536600"/>
                  </a:lnTo>
                  <a:lnTo>
                    <a:pt x="1165339" y="737958"/>
                  </a:lnTo>
                  <a:close/>
                </a:path>
                <a:path w="1471929" h="4460240">
                  <a:moveTo>
                    <a:pt x="644842" y="658926"/>
                  </a:moveTo>
                  <a:lnTo>
                    <a:pt x="517994" y="658926"/>
                  </a:lnTo>
                  <a:lnTo>
                    <a:pt x="517994" y="591972"/>
                  </a:lnTo>
                  <a:lnTo>
                    <a:pt x="644842" y="591972"/>
                  </a:lnTo>
                  <a:lnTo>
                    <a:pt x="644842" y="658926"/>
                  </a:lnTo>
                  <a:close/>
                </a:path>
                <a:path w="1471929" h="4460240">
                  <a:moveTo>
                    <a:pt x="931519" y="658926"/>
                  </a:moveTo>
                  <a:lnTo>
                    <a:pt x="804672" y="658926"/>
                  </a:lnTo>
                  <a:lnTo>
                    <a:pt x="804672" y="591972"/>
                  </a:lnTo>
                  <a:lnTo>
                    <a:pt x="931519" y="591972"/>
                  </a:lnTo>
                  <a:lnTo>
                    <a:pt x="931519" y="658926"/>
                  </a:lnTo>
                  <a:close/>
                </a:path>
                <a:path w="1471929" h="4460240">
                  <a:moveTo>
                    <a:pt x="1165339" y="658926"/>
                  </a:moveTo>
                  <a:lnTo>
                    <a:pt x="1091336" y="658926"/>
                  </a:lnTo>
                  <a:lnTo>
                    <a:pt x="1091336" y="591972"/>
                  </a:lnTo>
                  <a:lnTo>
                    <a:pt x="1165339" y="591972"/>
                  </a:lnTo>
                  <a:lnTo>
                    <a:pt x="1165339" y="658926"/>
                  </a:lnTo>
                  <a:close/>
                </a:path>
                <a:path w="1471929" h="4460240">
                  <a:moveTo>
                    <a:pt x="233832" y="591985"/>
                  </a:moveTo>
                  <a:lnTo>
                    <a:pt x="360680" y="591985"/>
                  </a:lnTo>
                  <a:lnTo>
                    <a:pt x="360680" y="658939"/>
                  </a:lnTo>
                  <a:lnTo>
                    <a:pt x="233832" y="658939"/>
                  </a:lnTo>
                  <a:lnTo>
                    <a:pt x="233832" y="591985"/>
                  </a:lnTo>
                  <a:close/>
                </a:path>
                <a:path w="1471929" h="4460240">
                  <a:moveTo>
                    <a:pt x="12" y="591985"/>
                  </a:moveTo>
                  <a:lnTo>
                    <a:pt x="74015" y="591985"/>
                  </a:lnTo>
                  <a:lnTo>
                    <a:pt x="74015" y="658939"/>
                  </a:lnTo>
                  <a:lnTo>
                    <a:pt x="12" y="658939"/>
                  </a:lnTo>
                  <a:lnTo>
                    <a:pt x="12" y="591985"/>
                  </a:lnTo>
                  <a:close/>
                </a:path>
                <a:path w="1471929" h="4460240">
                  <a:moveTo>
                    <a:pt x="1165339" y="535597"/>
                  </a:moveTo>
                  <a:lnTo>
                    <a:pt x="0" y="535597"/>
                  </a:lnTo>
                  <a:lnTo>
                    <a:pt x="0" y="434924"/>
                  </a:lnTo>
                  <a:lnTo>
                    <a:pt x="1165339" y="434924"/>
                  </a:lnTo>
                  <a:lnTo>
                    <a:pt x="1165339" y="535597"/>
                  </a:lnTo>
                  <a:close/>
                </a:path>
                <a:path w="1471929" h="4460240">
                  <a:moveTo>
                    <a:pt x="1056614" y="434924"/>
                  </a:moveTo>
                  <a:lnTo>
                    <a:pt x="132651" y="434924"/>
                  </a:lnTo>
                  <a:lnTo>
                    <a:pt x="132651" y="334251"/>
                  </a:lnTo>
                  <a:lnTo>
                    <a:pt x="1056614" y="334251"/>
                  </a:lnTo>
                  <a:lnTo>
                    <a:pt x="1056614" y="434924"/>
                  </a:lnTo>
                  <a:close/>
                </a:path>
                <a:path w="1471929" h="4460240">
                  <a:moveTo>
                    <a:pt x="1056614" y="68465"/>
                  </a:moveTo>
                  <a:lnTo>
                    <a:pt x="132651" y="68465"/>
                  </a:lnTo>
                  <a:lnTo>
                    <a:pt x="132651" y="0"/>
                  </a:lnTo>
                  <a:lnTo>
                    <a:pt x="1056614" y="0"/>
                  </a:lnTo>
                  <a:lnTo>
                    <a:pt x="1056614" y="68465"/>
                  </a:lnTo>
                  <a:close/>
                </a:path>
                <a:path w="1471929" h="4460240">
                  <a:moveTo>
                    <a:pt x="560019" y="412648"/>
                  </a:moveTo>
                  <a:lnTo>
                    <a:pt x="535724" y="412648"/>
                  </a:lnTo>
                  <a:lnTo>
                    <a:pt x="535724" y="34226"/>
                  </a:lnTo>
                  <a:lnTo>
                    <a:pt x="560019" y="34226"/>
                  </a:lnTo>
                  <a:lnTo>
                    <a:pt x="560019" y="412648"/>
                  </a:lnTo>
                  <a:close/>
                </a:path>
                <a:path w="1471929" h="4460240">
                  <a:moveTo>
                    <a:pt x="653529" y="412648"/>
                  </a:moveTo>
                  <a:lnTo>
                    <a:pt x="629234" y="412648"/>
                  </a:lnTo>
                  <a:lnTo>
                    <a:pt x="629234" y="34226"/>
                  </a:lnTo>
                  <a:lnTo>
                    <a:pt x="653529" y="34226"/>
                  </a:lnTo>
                  <a:lnTo>
                    <a:pt x="653529" y="412648"/>
                  </a:lnTo>
                  <a:close/>
                </a:path>
                <a:path w="1471929" h="4460240">
                  <a:moveTo>
                    <a:pt x="747026" y="412648"/>
                  </a:moveTo>
                  <a:lnTo>
                    <a:pt x="722731" y="412648"/>
                  </a:lnTo>
                  <a:lnTo>
                    <a:pt x="722731" y="34226"/>
                  </a:lnTo>
                  <a:lnTo>
                    <a:pt x="747026" y="34226"/>
                  </a:lnTo>
                  <a:lnTo>
                    <a:pt x="747026" y="412648"/>
                  </a:lnTo>
                  <a:close/>
                </a:path>
                <a:path w="1471929" h="4460240">
                  <a:moveTo>
                    <a:pt x="840536" y="412648"/>
                  </a:moveTo>
                  <a:lnTo>
                    <a:pt x="816254" y="412648"/>
                  </a:lnTo>
                  <a:lnTo>
                    <a:pt x="816254" y="34226"/>
                  </a:lnTo>
                  <a:lnTo>
                    <a:pt x="840536" y="34226"/>
                  </a:lnTo>
                  <a:lnTo>
                    <a:pt x="840536" y="412648"/>
                  </a:lnTo>
                  <a:close/>
                </a:path>
                <a:path w="1471929" h="4460240">
                  <a:moveTo>
                    <a:pt x="1382801" y="4097566"/>
                  </a:moveTo>
                  <a:lnTo>
                    <a:pt x="947877" y="4097566"/>
                  </a:lnTo>
                  <a:lnTo>
                    <a:pt x="947877" y="3493503"/>
                  </a:lnTo>
                  <a:lnTo>
                    <a:pt x="1382801" y="3493503"/>
                  </a:lnTo>
                  <a:lnTo>
                    <a:pt x="1382801" y="4097566"/>
                  </a:lnTo>
                  <a:close/>
                </a:path>
                <a:path w="1471929" h="4460240">
                  <a:moveTo>
                    <a:pt x="1382801" y="3493503"/>
                  </a:moveTo>
                  <a:lnTo>
                    <a:pt x="1471396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1382801" y="3493503"/>
                  </a:lnTo>
                  <a:close/>
                </a:path>
                <a:path w="1471929" h="4460240">
                  <a:moveTo>
                    <a:pt x="1419047" y="3431082"/>
                  </a:moveTo>
                  <a:lnTo>
                    <a:pt x="131837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1419047" y="3431082"/>
                  </a:lnTo>
                  <a:close/>
                </a:path>
                <a:path w="1471929" h="4460240">
                  <a:moveTo>
                    <a:pt x="1318374" y="3298190"/>
                  </a:moveTo>
                  <a:lnTo>
                    <a:pt x="1012317" y="3298190"/>
                  </a:lnTo>
                  <a:lnTo>
                    <a:pt x="1012317" y="1469898"/>
                  </a:lnTo>
                  <a:lnTo>
                    <a:pt x="1318374" y="1469898"/>
                  </a:lnTo>
                  <a:lnTo>
                    <a:pt x="1318374" y="3298190"/>
                  </a:lnTo>
                  <a:close/>
                </a:path>
                <a:path w="1471929" h="4460240">
                  <a:moveTo>
                    <a:pt x="1012317" y="1469885"/>
                  </a:moveTo>
                  <a:lnTo>
                    <a:pt x="1318374" y="1469885"/>
                  </a:lnTo>
                  <a:lnTo>
                    <a:pt x="1318374" y="1385316"/>
                  </a:lnTo>
                  <a:lnTo>
                    <a:pt x="1012317" y="1385316"/>
                  </a:lnTo>
                  <a:lnTo>
                    <a:pt x="1012317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55823" y="1883791"/>
              <a:ext cx="447624" cy="3952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876017" y="856195"/>
              <a:ext cx="1204595" cy="1034415"/>
            </a:xfrm>
            <a:custGeom>
              <a:avLst/>
              <a:gdLst/>
              <a:ahLst/>
              <a:cxnLst/>
              <a:rect l="l" t="t" r="r" b="b"/>
              <a:pathLst>
                <a:path w="1204595" h="1034414">
                  <a:moveTo>
                    <a:pt x="850595" y="816483"/>
                  </a:moveTo>
                  <a:lnTo>
                    <a:pt x="1156652" y="816483"/>
                  </a:lnTo>
                  <a:lnTo>
                    <a:pt x="1156652" y="1033945"/>
                  </a:lnTo>
                  <a:lnTo>
                    <a:pt x="850595" y="1033945"/>
                  </a:lnTo>
                  <a:lnTo>
                    <a:pt x="850595" y="816483"/>
                  </a:lnTo>
                  <a:close/>
                </a:path>
                <a:path w="1204595" h="1034414">
                  <a:moveTo>
                    <a:pt x="802767" y="723861"/>
                  </a:moveTo>
                  <a:lnTo>
                    <a:pt x="1204468" y="723861"/>
                  </a:lnTo>
                  <a:lnTo>
                    <a:pt x="1204468" y="816483"/>
                  </a:lnTo>
                  <a:lnTo>
                    <a:pt x="802767" y="816483"/>
                  </a:lnTo>
                  <a:lnTo>
                    <a:pt x="802767" y="723861"/>
                  </a:lnTo>
                  <a:close/>
                </a:path>
                <a:path w="1204595" h="1034414">
                  <a:moveTo>
                    <a:pt x="678815" y="443852"/>
                  </a:moveTo>
                  <a:lnTo>
                    <a:pt x="654532" y="443852"/>
                  </a:lnTo>
                  <a:lnTo>
                    <a:pt x="654532" y="65430"/>
                  </a:lnTo>
                  <a:lnTo>
                    <a:pt x="678815" y="65430"/>
                  </a:lnTo>
                  <a:lnTo>
                    <a:pt x="678815" y="443852"/>
                  </a:lnTo>
                  <a:close/>
                </a:path>
                <a:path w="1204595" h="1034414">
                  <a:moveTo>
                    <a:pt x="772312" y="443852"/>
                  </a:moveTo>
                  <a:lnTo>
                    <a:pt x="748017" y="443852"/>
                  </a:lnTo>
                  <a:lnTo>
                    <a:pt x="748017" y="65430"/>
                  </a:lnTo>
                  <a:lnTo>
                    <a:pt x="772312" y="65430"/>
                  </a:lnTo>
                  <a:lnTo>
                    <a:pt x="772312" y="443852"/>
                  </a:lnTo>
                  <a:close/>
                </a:path>
                <a:path w="1204595" h="1034414">
                  <a:moveTo>
                    <a:pt x="772312" y="433844"/>
                  </a:moveTo>
                  <a:lnTo>
                    <a:pt x="748017" y="433844"/>
                  </a:lnTo>
                  <a:lnTo>
                    <a:pt x="748017" y="55422"/>
                  </a:lnTo>
                  <a:lnTo>
                    <a:pt x="772312" y="55422"/>
                  </a:lnTo>
                  <a:lnTo>
                    <a:pt x="772312" y="433844"/>
                  </a:lnTo>
                  <a:close/>
                </a:path>
                <a:path w="1204595" h="1034414">
                  <a:moveTo>
                    <a:pt x="865822" y="433844"/>
                  </a:moveTo>
                  <a:lnTo>
                    <a:pt x="841540" y="433844"/>
                  </a:lnTo>
                  <a:lnTo>
                    <a:pt x="841540" y="55422"/>
                  </a:lnTo>
                  <a:lnTo>
                    <a:pt x="865822" y="55422"/>
                  </a:lnTo>
                  <a:lnTo>
                    <a:pt x="865822" y="433844"/>
                  </a:lnTo>
                  <a:close/>
                </a:path>
                <a:path w="1204595" h="1034414">
                  <a:moveTo>
                    <a:pt x="24282" y="453859"/>
                  </a:moveTo>
                  <a:lnTo>
                    <a:pt x="0" y="453859"/>
                  </a:lnTo>
                  <a:lnTo>
                    <a:pt x="0" y="75437"/>
                  </a:lnTo>
                  <a:lnTo>
                    <a:pt x="24282" y="75437"/>
                  </a:lnTo>
                  <a:lnTo>
                    <a:pt x="24282" y="453859"/>
                  </a:lnTo>
                  <a:close/>
                </a:path>
                <a:path w="1204595" h="1034414">
                  <a:moveTo>
                    <a:pt x="117792" y="453859"/>
                  </a:moveTo>
                  <a:lnTo>
                    <a:pt x="93497" y="453859"/>
                  </a:lnTo>
                  <a:lnTo>
                    <a:pt x="93497" y="75437"/>
                  </a:lnTo>
                  <a:lnTo>
                    <a:pt x="117792" y="75437"/>
                  </a:lnTo>
                  <a:lnTo>
                    <a:pt x="117792" y="453859"/>
                  </a:lnTo>
                  <a:close/>
                </a:path>
                <a:path w="1204595" h="1034414">
                  <a:moveTo>
                    <a:pt x="211289" y="453859"/>
                  </a:moveTo>
                  <a:lnTo>
                    <a:pt x="187007" y="453859"/>
                  </a:lnTo>
                  <a:lnTo>
                    <a:pt x="187007" y="75437"/>
                  </a:lnTo>
                  <a:lnTo>
                    <a:pt x="211289" y="75437"/>
                  </a:lnTo>
                  <a:lnTo>
                    <a:pt x="211289" y="453859"/>
                  </a:lnTo>
                  <a:close/>
                </a:path>
                <a:path w="1204595" h="1034414">
                  <a:moveTo>
                    <a:pt x="211289" y="453859"/>
                  </a:moveTo>
                  <a:lnTo>
                    <a:pt x="187007" y="453859"/>
                  </a:lnTo>
                  <a:lnTo>
                    <a:pt x="187007" y="75437"/>
                  </a:lnTo>
                  <a:lnTo>
                    <a:pt x="211289" y="75437"/>
                  </a:lnTo>
                  <a:lnTo>
                    <a:pt x="211289" y="453859"/>
                  </a:lnTo>
                  <a:close/>
                </a:path>
                <a:path w="1204595" h="1034414">
                  <a:moveTo>
                    <a:pt x="304800" y="453859"/>
                  </a:moveTo>
                  <a:lnTo>
                    <a:pt x="280504" y="453859"/>
                  </a:lnTo>
                  <a:lnTo>
                    <a:pt x="280504" y="75437"/>
                  </a:lnTo>
                  <a:lnTo>
                    <a:pt x="304800" y="75437"/>
                  </a:lnTo>
                  <a:lnTo>
                    <a:pt x="304800" y="453859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98297" y="443852"/>
                  </a:moveTo>
                  <a:lnTo>
                    <a:pt x="374002" y="443852"/>
                  </a:lnTo>
                  <a:lnTo>
                    <a:pt x="374002" y="65430"/>
                  </a:lnTo>
                  <a:lnTo>
                    <a:pt x="398297" y="65430"/>
                  </a:lnTo>
                  <a:lnTo>
                    <a:pt x="398297" y="443852"/>
                  </a:lnTo>
                  <a:close/>
                </a:path>
                <a:path w="1204595" h="1034414">
                  <a:moveTo>
                    <a:pt x="1157160" y="466128"/>
                  </a:moveTo>
                  <a:lnTo>
                    <a:pt x="850099" y="466128"/>
                  </a:lnTo>
                  <a:lnTo>
                    <a:pt x="850099" y="264642"/>
                  </a:lnTo>
                  <a:lnTo>
                    <a:pt x="1157160" y="264642"/>
                  </a:lnTo>
                  <a:lnTo>
                    <a:pt x="1157160" y="466128"/>
                  </a:lnTo>
                  <a:close/>
                </a:path>
                <a:path w="1204595" h="1034414">
                  <a:moveTo>
                    <a:pt x="1156652" y="266915"/>
                  </a:moveTo>
                  <a:lnTo>
                    <a:pt x="850595" y="266915"/>
                  </a:lnTo>
                  <a:lnTo>
                    <a:pt x="850595" y="65430"/>
                  </a:lnTo>
                  <a:lnTo>
                    <a:pt x="1156652" y="65430"/>
                  </a:lnTo>
                  <a:lnTo>
                    <a:pt x="1156652" y="266915"/>
                  </a:lnTo>
                  <a:close/>
                </a:path>
                <a:path w="1204595" h="1034414">
                  <a:moveTo>
                    <a:pt x="1156652" y="67703"/>
                  </a:moveTo>
                  <a:lnTo>
                    <a:pt x="850595" y="67703"/>
                  </a:lnTo>
                  <a:lnTo>
                    <a:pt x="850595" y="0"/>
                  </a:lnTo>
                  <a:lnTo>
                    <a:pt x="1003617" y="0"/>
                  </a:lnTo>
                  <a:lnTo>
                    <a:pt x="1156652" y="0"/>
                  </a:lnTo>
                  <a:lnTo>
                    <a:pt x="1156652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0062" y="792454"/>
              <a:ext cx="379158" cy="7009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696412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58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22" y="0"/>
                  </a:lnTo>
                  <a:lnTo>
                    <a:pt x="366458" y="0"/>
                  </a:lnTo>
                  <a:lnTo>
                    <a:pt x="366458" y="301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90062" y="457199"/>
              <a:ext cx="379158" cy="31409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570482" y="887399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29" h="4460240">
                  <a:moveTo>
                    <a:pt x="1165339" y="2746476"/>
                  </a:moveTo>
                  <a:lnTo>
                    <a:pt x="0" y="2746476"/>
                  </a:lnTo>
                  <a:lnTo>
                    <a:pt x="0" y="1001750"/>
                  </a:lnTo>
                  <a:lnTo>
                    <a:pt x="1165339" y="1001750"/>
                  </a:lnTo>
                  <a:lnTo>
                    <a:pt x="1165339" y="2746476"/>
                  </a:lnTo>
                  <a:close/>
                </a:path>
                <a:path w="1471929" h="4460240">
                  <a:moveTo>
                    <a:pt x="577380" y="1307287"/>
                  </a:moveTo>
                  <a:lnTo>
                    <a:pt x="528583" y="1310867"/>
                  </a:lnTo>
                  <a:lnTo>
                    <a:pt x="482008" y="1321269"/>
                  </a:lnTo>
                  <a:lnTo>
                    <a:pt x="438168" y="1337980"/>
                  </a:lnTo>
                  <a:lnTo>
                    <a:pt x="397571" y="1360490"/>
                  </a:lnTo>
                  <a:lnTo>
                    <a:pt x="360730" y="1388288"/>
                  </a:lnTo>
                  <a:lnTo>
                    <a:pt x="328155" y="1420863"/>
                  </a:lnTo>
                  <a:lnTo>
                    <a:pt x="300357" y="1457704"/>
                  </a:lnTo>
                  <a:lnTo>
                    <a:pt x="277847" y="1498300"/>
                  </a:lnTo>
                  <a:lnTo>
                    <a:pt x="261136" y="1542141"/>
                  </a:lnTo>
                  <a:lnTo>
                    <a:pt x="250735" y="1588715"/>
                  </a:lnTo>
                  <a:lnTo>
                    <a:pt x="247154" y="1637512"/>
                  </a:lnTo>
                  <a:lnTo>
                    <a:pt x="247154" y="3031782"/>
                  </a:lnTo>
                  <a:lnTo>
                    <a:pt x="577380" y="3031782"/>
                  </a:lnTo>
                  <a:lnTo>
                    <a:pt x="907605" y="3031782"/>
                  </a:lnTo>
                  <a:lnTo>
                    <a:pt x="907605" y="1637512"/>
                  </a:lnTo>
                  <a:lnTo>
                    <a:pt x="904025" y="1588715"/>
                  </a:lnTo>
                  <a:lnTo>
                    <a:pt x="893624" y="1542141"/>
                  </a:lnTo>
                  <a:lnTo>
                    <a:pt x="876914" y="1498300"/>
                  </a:lnTo>
                  <a:lnTo>
                    <a:pt x="854405" y="1457704"/>
                  </a:lnTo>
                  <a:lnTo>
                    <a:pt x="826608" y="1420863"/>
                  </a:lnTo>
                  <a:lnTo>
                    <a:pt x="794034" y="1388288"/>
                  </a:lnTo>
                  <a:lnTo>
                    <a:pt x="757194" y="1360490"/>
                  </a:lnTo>
                  <a:lnTo>
                    <a:pt x="716597" y="1337980"/>
                  </a:lnTo>
                  <a:lnTo>
                    <a:pt x="672755" y="1321269"/>
                  </a:lnTo>
                  <a:lnTo>
                    <a:pt x="626179" y="1310867"/>
                  </a:lnTo>
                  <a:lnTo>
                    <a:pt x="577380" y="1307287"/>
                  </a:lnTo>
                  <a:close/>
                </a:path>
                <a:path w="1471929" h="4460240">
                  <a:moveTo>
                    <a:pt x="581405" y="1385316"/>
                  </a:moveTo>
                  <a:lnTo>
                    <a:pt x="535805" y="1389403"/>
                  </a:lnTo>
                  <a:lnTo>
                    <a:pt x="492884" y="1401188"/>
                  </a:lnTo>
                  <a:lnTo>
                    <a:pt x="453360" y="1419954"/>
                  </a:lnTo>
                  <a:lnTo>
                    <a:pt x="417950" y="1444984"/>
                  </a:lnTo>
                  <a:lnTo>
                    <a:pt x="387371" y="1475563"/>
                  </a:lnTo>
                  <a:lnTo>
                    <a:pt x="362339" y="1510972"/>
                  </a:lnTo>
                  <a:lnTo>
                    <a:pt x="343572" y="1550496"/>
                  </a:lnTo>
                  <a:lnTo>
                    <a:pt x="331786" y="1593419"/>
                  </a:lnTo>
                  <a:lnTo>
                    <a:pt x="327698" y="1639023"/>
                  </a:lnTo>
                  <a:lnTo>
                    <a:pt x="327698" y="2710230"/>
                  </a:lnTo>
                  <a:lnTo>
                    <a:pt x="581405" y="2710230"/>
                  </a:lnTo>
                  <a:lnTo>
                    <a:pt x="835113" y="2710230"/>
                  </a:lnTo>
                  <a:lnTo>
                    <a:pt x="835113" y="1639023"/>
                  </a:lnTo>
                  <a:lnTo>
                    <a:pt x="831026" y="1593419"/>
                  </a:lnTo>
                  <a:lnTo>
                    <a:pt x="819242" y="1550496"/>
                  </a:lnTo>
                  <a:lnTo>
                    <a:pt x="800478" y="1510972"/>
                  </a:lnTo>
                  <a:lnTo>
                    <a:pt x="775449" y="1475563"/>
                  </a:lnTo>
                  <a:lnTo>
                    <a:pt x="744872" y="1444984"/>
                  </a:lnTo>
                  <a:lnTo>
                    <a:pt x="709462" y="1419954"/>
                  </a:lnTo>
                  <a:lnTo>
                    <a:pt x="669938" y="1401188"/>
                  </a:lnTo>
                  <a:lnTo>
                    <a:pt x="627013" y="1389403"/>
                  </a:lnTo>
                  <a:lnTo>
                    <a:pt x="581405" y="1385316"/>
                  </a:lnTo>
                  <a:close/>
                </a:path>
                <a:path w="1471929" h="4460240">
                  <a:moveTo>
                    <a:pt x="835113" y="1708619"/>
                  </a:moveTo>
                  <a:lnTo>
                    <a:pt x="327698" y="1708619"/>
                  </a:lnTo>
                  <a:lnTo>
                    <a:pt x="327698" y="1642173"/>
                  </a:lnTo>
                  <a:lnTo>
                    <a:pt x="835113" y="1642173"/>
                  </a:lnTo>
                  <a:lnTo>
                    <a:pt x="835113" y="1708619"/>
                  </a:lnTo>
                  <a:close/>
                </a:path>
                <a:path w="1471929" h="4460240">
                  <a:moveTo>
                    <a:pt x="543598" y="2710230"/>
                  </a:moveTo>
                  <a:lnTo>
                    <a:pt x="510374" y="2710230"/>
                  </a:lnTo>
                  <a:lnTo>
                    <a:pt x="510374" y="1708365"/>
                  </a:lnTo>
                  <a:lnTo>
                    <a:pt x="543598" y="1708365"/>
                  </a:lnTo>
                  <a:lnTo>
                    <a:pt x="543598" y="2710230"/>
                  </a:lnTo>
                  <a:close/>
                </a:path>
                <a:path w="1471929" h="4460240">
                  <a:moveTo>
                    <a:pt x="667562" y="2710230"/>
                  </a:moveTo>
                  <a:lnTo>
                    <a:pt x="634339" y="2710230"/>
                  </a:lnTo>
                  <a:lnTo>
                    <a:pt x="634339" y="1708365"/>
                  </a:lnTo>
                  <a:lnTo>
                    <a:pt x="667562" y="1708365"/>
                  </a:lnTo>
                  <a:lnTo>
                    <a:pt x="667562" y="2710230"/>
                  </a:lnTo>
                  <a:close/>
                </a:path>
                <a:path w="1471929" h="4460240">
                  <a:moveTo>
                    <a:pt x="791514" y="2710230"/>
                  </a:moveTo>
                  <a:lnTo>
                    <a:pt x="758291" y="2710230"/>
                  </a:lnTo>
                  <a:lnTo>
                    <a:pt x="758291" y="1708365"/>
                  </a:lnTo>
                  <a:lnTo>
                    <a:pt x="791514" y="1708365"/>
                  </a:lnTo>
                  <a:lnTo>
                    <a:pt x="791514" y="2710230"/>
                  </a:lnTo>
                  <a:close/>
                </a:path>
                <a:path w="1471929" h="4460240">
                  <a:moveTo>
                    <a:pt x="419646" y="2710230"/>
                  </a:moveTo>
                  <a:lnTo>
                    <a:pt x="386422" y="2710230"/>
                  </a:lnTo>
                  <a:lnTo>
                    <a:pt x="386422" y="1708365"/>
                  </a:lnTo>
                  <a:lnTo>
                    <a:pt x="419646" y="1708365"/>
                  </a:lnTo>
                  <a:lnTo>
                    <a:pt x="419646" y="2710230"/>
                  </a:lnTo>
                  <a:close/>
                </a:path>
                <a:path w="1471929" h="4460240">
                  <a:moveTo>
                    <a:pt x="1011301" y="4097566"/>
                  </a:moveTo>
                  <a:lnTo>
                    <a:pt x="143471" y="4097566"/>
                  </a:lnTo>
                  <a:lnTo>
                    <a:pt x="143471" y="3331413"/>
                  </a:lnTo>
                  <a:lnTo>
                    <a:pt x="1011301" y="3331413"/>
                  </a:lnTo>
                  <a:lnTo>
                    <a:pt x="1011301" y="4097566"/>
                  </a:lnTo>
                  <a:close/>
                </a:path>
                <a:path w="1471929" h="4460240">
                  <a:moveTo>
                    <a:pt x="1011301" y="3331413"/>
                  </a:moveTo>
                  <a:lnTo>
                    <a:pt x="143471" y="3331413"/>
                  </a:lnTo>
                  <a:lnTo>
                    <a:pt x="143471" y="2871317"/>
                  </a:lnTo>
                  <a:lnTo>
                    <a:pt x="1011301" y="2871317"/>
                  </a:lnTo>
                  <a:lnTo>
                    <a:pt x="1011301" y="3331413"/>
                  </a:lnTo>
                  <a:close/>
                </a:path>
                <a:path w="1471929" h="4460240">
                  <a:moveTo>
                    <a:pt x="1419047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419047" y="4097566"/>
                  </a:lnTo>
                  <a:lnTo>
                    <a:pt x="1419047" y="4459998"/>
                  </a:lnTo>
                  <a:close/>
                </a:path>
                <a:path w="1471929" h="4460240">
                  <a:moveTo>
                    <a:pt x="947877" y="3493503"/>
                  </a:moveTo>
                  <a:lnTo>
                    <a:pt x="859281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947877" y="3493503"/>
                  </a:lnTo>
                  <a:close/>
                </a:path>
                <a:path w="1471929" h="4460240">
                  <a:moveTo>
                    <a:pt x="911631" y="3431082"/>
                  </a:moveTo>
                  <a:lnTo>
                    <a:pt x="1012317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911631" y="3431082"/>
                  </a:lnTo>
                  <a:close/>
                </a:path>
                <a:path w="1471929" h="4460240">
                  <a:moveTo>
                    <a:pt x="911631" y="4459998"/>
                  </a:moveTo>
                  <a:lnTo>
                    <a:pt x="243141" y="4459998"/>
                  </a:lnTo>
                  <a:lnTo>
                    <a:pt x="243141" y="4097566"/>
                  </a:lnTo>
                  <a:lnTo>
                    <a:pt x="911631" y="4097566"/>
                  </a:lnTo>
                  <a:lnTo>
                    <a:pt x="911631" y="4459998"/>
                  </a:lnTo>
                  <a:close/>
                </a:path>
                <a:path w="1471929" h="4460240">
                  <a:moveTo>
                    <a:pt x="577380" y="3000184"/>
                  </a:moveTo>
                  <a:lnTo>
                    <a:pt x="531775" y="3004272"/>
                  </a:lnTo>
                  <a:lnTo>
                    <a:pt x="488853" y="3016056"/>
                  </a:lnTo>
                  <a:lnTo>
                    <a:pt x="449328" y="3034822"/>
                  </a:lnTo>
                  <a:lnTo>
                    <a:pt x="413919" y="3059852"/>
                  </a:lnTo>
                  <a:lnTo>
                    <a:pt x="383341" y="3090429"/>
                  </a:lnTo>
                  <a:lnTo>
                    <a:pt x="358310" y="3125837"/>
                  </a:lnTo>
                  <a:lnTo>
                    <a:pt x="339544" y="3165359"/>
                  </a:lnTo>
                  <a:lnTo>
                    <a:pt x="327759" y="3208279"/>
                  </a:lnTo>
                  <a:lnTo>
                    <a:pt x="323672" y="3253879"/>
                  </a:lnTo>
                  <a:lnTo>
                    <a:pt x="323672" y="4097566"/>
                  </a:lnTo>
                  <a:lnTo>
                    <a:pt x="577380" y="4097566"/>
                  </a:lnTo>
                  <a:lnTo>
                    <a:pt x="831088" y="4097566"/>
                  </a:lnTo>
                  <a:lnTo>
                    <a:pt x="831088" y="3253879"/>
                  </a:lnTo>
                  <a:lnTo>
                    <a:pt x="827000" y="3208279"/>
                  </a:lnTo>
                  <a:lnTo>
                    <a:pt x="815215" y="3165359"/>
                  </a:lnTo>
                  <a:lnTo>
                    <a:pt x="796449" y="3125837"/>
                  </a:lnTo>
                  <a:lnTo>
                    <a:pt x="771419" y="3090429"/>
                  </a:lnTo>
                  <a:lnTo>
                    <a:pt x="740840" y="3059852"/>
                  </a:lnTo>
                  <a:lnTo>
                    <a:pt x="705431" y="3034822"/>
                  </a:lnTo>
                  <a:lnTo>
                    <a:pt x="665907" y="3016056"/>
                  </a:lnTo>
                  <a:lnTo>
                    <a:pt x="622984" y="3004272"/>
                  </a:lnTo>
                  <a:lnTo>
                    <a:pt x="577380" y="3000184"/>
                  </a:lnTo>
                  <a:close/>
                </a:path>
                <a:path w="1471929" h="4460240">
                  <a:moveTo>
                    <a:pt x="831088" y="3364636"/>
                  </a:moveTo>
                  <a:lnTo>
                    <a:pt x="323672" y="3364636"/>
                  </a:lnTo>
                  <a:lnTo>
                    <a:pt x="323672" y="3298190"/>
                  </a:lnTo>
                  <a:lnTo>
                    <a:pt x="831088" y="3298190"/>
                  </a:lnTo>
                  <a:lnTo>
                    <a:pt x="831088" y="3364636"/>
                  </a:lnTo>
                  <a:close/>
                </a:path>
                <a:path w="1471929" h="4460240">
                  <a:moveTo>
                    <a:pt x="539559" y="4109389"/>
                  </a:moveTo>
                  <a:lnTo>
                    <a:pt x="506336" y="4109389"/>
                  </a:lnTo>
                  <a:lnTo>
                    <a:pt x="506336" y="3364382"/>
                  </a:lnTo>
                  <a:lnTo>
                    <a:pt x="539559" y="3364382"/>
                  </a:lnTo>
                  <a:lnTo>
                    <a:pt x="539559" y="4109389"/>
                  </a:lnTo>
                  <a:close/>
                </a:path>
                <a:path w="1471929" h="4460240">
                  <a:moveTo>
                    <a:pt x="663524" y="4109389"/>
                  </a:moveTo>
                  <a:lnTo>
                    <a:pt x="630301" y="4109389"/>
                  </a:lnTo>
                  <a:lnTo>
                    <a:pt x="630301" y="3364382"/>
                  </a:lnTo>
                  <a:lnTo>
                    <a:pt x="663524" y="3364382"/>
                  </a:lnTo>
                  <a:lnTo>
                    <a:pt x="663524" y="4109389"/>
                  </a:lnTo>
                  <a:close/>
                </a:path>
                <a:path w="1471929" h="4460240">
                  <a:moveTo>
                    <a:pt x="787476" y="4109389"/>
                  </a:moveTo>
                  <a:lnTo>
                    <a:pt x="754252" y="4109389"/>
                  </a:lnTo>
                  <a:lnTo>
                    <a:pt x="754252" y="3364382"/>
                  </a:lnTo>
                  <a:lnTo>
                    <a:pt x="787476" y="3364382"/>
                  </a:lnTo>
                  <a:lnTo>
                    <a:pt x="787476" y="4109389"/>
                  </a:lnTo>
                  <a:close/>
                </a:path>
                <a:path w="1471929" h="4460240">
                  <a:moveTo>
                    <a:pt x="415607" y="4109389"/>
                  </a:moveTo>
                  <a:lnTo>
                    <a:pt x="382384" y="4109389"/>
                  </a:lnTo>
                  <a:lnTo>
                    <a:pt x="382384" y="3364382"/>
                  </a:lnTo>
                  <a:lnTo>
                    <a:pt x="415607" y="3364382"/>
                  </a:lnTo>
                  <a:lnTo>
                    <a:pt x="415607" y="4109389"/>
                  </a:lnTo>
                  <a:close/>
                </a:path>
                <a:path w="1471929" h="4460240">
                  <a:moveTo>
                    <a:pt x="1011301" y="2871317"/>
                  </a:moveTo>
                  <a:lnTo>
                    <a:pt x="143471" y="2871317"/>
                  </a:lnTo>
                  <a:lnTo>
                    <a:pt x="143471" y="2790774"/>
                  </a:lnTo>
                  <a:lnTo>
                    <a:pt x="1011301" y="2790774"/>
                  </a:lnTo>
                  <a:lnTo>
                    <a:pt x="1011301" y="2871317"/>
                  </a:lnTo>
                  <a:close/>
                </a:path>
                <a:path w="1471929" h="4460240">
                  <a:moveTo>
                    <a:pt x="804405" y="2871317"/>
                  </a:moveTo>
                  <a:lnTo>
                    <a:pt x="350354" y="2871317"/>
                  </a:lnTo>
                  <a:lnTo>
                    <a:pt x="350354" y="2790774"/>
                  </a:lnTo>
                  <a:lnTo>
                    <a:pt x="804405" y="2790774"/>
                  </a:lnTo>
                  <a:lnTo>
                    <a:pt x="804405" y="2871317"/>
                  </a:lnTo>
                  <a:close/>
                </a:path>
                <a:path w="1471929" h="4460240">
                  <a:moveTo>
                    <a:pt x="1011301" y="2790774"/>
                  </a:moveTo>
                  <a:lnTo>
                    <a:pt x="143471" y="2790774"/>
                  </a:lnTo>
                  <a:lnTo>
                    <a:pt x="143471" y="2746476"/>
                  </a:lnTo>
                  <a:lnTo>
                    <a:pt x="1011301" y="2746476"/>
                  </a:lnTo>
                  <a:lnTo>
                    <a:pt x="1011301" y="2790774"/>
                  </a:lnTo>
                  <a:close/>
                </a:path>
                <a:path w="1471929" h="4460240">
                  <a:moveTo>
                    <a:pt x="143459" y="2746476"/>
                  </a:moveTo>
                  <a:lnTo>
                    <a:pt x="1011288" y="2746476"/>
                  </a:lnTo>
                  <a:lnTo>
                    <a:pt x="1011288" y="2452497"/>
                  </a:lnTo>
                  <a:lnTo>
                    <a:pt x="143459" y="2452497"/>
                  </a:lnTo>
                  <a:lnTo>
                    <a:pt x="143459" y="2746476"/>
                  </a:lnTo>
                  <a:close/>
                </a:path>
                <a:path w="1471929" h="4460240">
                  <a:moveTo>
                    <a:pt x="853732" y="2682036"/>
                  </a:moveTo>
                  <a:lnTo>
                    <a:pt x="309079" y="2682036"/>
                  </a:lnTo>
                  <a:lnTo>
                    <a:pt x="309079" y="2518943"/>
                  </a:lnTo>
                  <a:lnTo>
                    <a:pt x="853732" y="2518943"/>
                  </a:lnTo>
                  <a:lnTo>
                    <a:pt x="853732" y="2682036"/>
                  </a:lnTo>
                  <a:close/>
                </a:path>
                <a:path w="1471929" h="4460240">
                  <a:moveTo>
                    <a:pt x="333235" y="1720138"/>
                  </a:moveTo>
                  <a:lnTo>
                    <a:pt x="153035" y="1720138"/>
                  </a:lnTo>
                  <a:lnTo>
                    <a:pt x="153035" y="1630667"/>
                  </a:lnTo>
                  <a:lnTo>
                    <a:pt x="333235" y="1630667"/>
                  </a:lnTo>
                  <a:lnTo>
                    <a:pt x="333235" y="1720138"/>
                  </a:lnTo>
                  <a:close/>
                </a:path>
                <a:path w="1471929" h="4460240">
                  <a:moveTo>
                    <a:pt x="1015326" y="1720138"/>
                  </a:moveTo>
                  <a:lnTo>
                    <a:pt x="835113" y="1720138"/>
                  </a:lnTo>
                  <a:lnTo>
                    <a:pt x="835113" y="1630667"/>
                  </a:lnTo>
                  <a:lnTo>
                    <a:pt x="1015326" y="1630667"/>
                  </a:lnTo>
                  <a:lnTo>
                    <a:pt x="1015326" y="1720138"/>
                  </a:lnTo>
                  <a:close/>
                </a:path>
                <a:path w="1471929" h="4460240">
                  <a:moveTo>
                    <a:pt x="626148" y="1397393"/>
                  </a:moveTo>
                  <a:lnTo>
                    <a:pt x="536676" y="1397393"/>
                  </a:lnTo>
                  <a:lnTo>
                    <a:pt x="536676" y="1217180"/>
                  </a:lnTo>
                  <a:lnTo>
                    <a:pt x="626148" y="1217180"/>
                  </a:lnTo>
                  <a:lnTo>
                    <a:pt x="626148" y="1397393"/>
                  </a:lnTo>
                  <a:close/>
                </a:path>
                <a:path w="1471929" h="4460240">
                  <a:moveTo>
                    <a:pt x="1165339" y="1001750"/>
                  </a:moveTo>
                  <a:lnTo>
                    <a:pt x="0" y="1001750"/>
                  </a:lnTo>
                  <a:lnTo>
                    <a:pt x="0" y="738974"/>
                  </a:lnTo>
                  <a:lnTo>
                    <a:pt x="1165339" y="738974"/>
                  </a:lnTo>
                  <a:lnTo>
                    <a:pt x="1165339" y="1001750"/>
                  </a:lnTo>
                  <a:close/>
                </a:path>
                <a:path w="1471929" h="4460240">
                  <a:moveTo>
                    <a:pt x="1165339" y="737958"/>
                  </a:moveTo>
                  <a:lnTo>
                    <a:pt x="0" y="737958"/>
                  </a:lnTo>
                  <a:lnTo>
                    <a:pt x="0" y="536600"/>
                  </a:lnTo>
                  <a:lnTo>
                    <a:pt x="1165339" y="536600"/>
                  </a:lnTo>
                  <a:lnTo>
                    <a:pt x="1165339" y="737958"/>
                  </a:lnTo>
                  <a:close/>
                </a:path>
                <a:path w="1471929" h="4460240">
                  <a:moveTo>
                    <a:pt x="644829" y="658926"/>
                  </a:moveTo>
                  <a:lnTo>
                    <a:pt x="517982" y="658926"/>
                  </a:lnTo>
                  <a:lnTo>
                    <a:pt x="517982" y="591972"/>
                  </a:lnTo>
                  <a:lnTo>
                    <a:pt x="644829" y="591972"/>
                  </a:lnTo>
                  <a:lnTo>
                    <a:pt x="644829" y="658926"/>
                  </a:lnTo>
                  <a:close/>
                </a:path>
                <a:path w="1471929" h="4460240">
                  <a:moveTo>
                    <a:pt x="931519" y="658926"/>
                  </a:moveTo>
                  <a:lnTo>
                    <a:pt x="804672" y="658926"/>
                  </a:lnTo>
                  <a:lnTo>
                    <a:pt x="804672" y="591972"/>
                  </a:lnTo>
                  <a:lnTo>
                    <a:pt x="931519" y="591972"/>
                  </a:lnTo>
                  <a:lnTo>
                    <a:pt x="931519" y="658926"/>
                  </a:lnTo>
                  <a:close/>
                </a:path>
                <a:path w="1471929" h="4460240">
                  <a:moveTo>
                    <a:pt x="1165339" y="658926"/>
                  </a:moveTo>
                  <a:lnTo>
                    <a:pt x="1091336" y="658926"/>
                  </a:lnTo>
                  <a:lnTo>
                    <a:pt x="1091336" y="591972"/>
                  </a:lnTo>
                  <a:lnTo>
                    <a:pt x="1165339" y="591972"/>
                  </a:lnTo>
                  <a:lnTo>
                    <a:pt x="1165339" y="658926"/>
                  </a:lnTo>
                  <a:close/>
                </a:path>
                <a:path w="1471929" h="4460240">
                  <a:moveTo>
                    <a:pt x="233819" y="591985"/>
                  </a:moveTo>
                  <a:lnTo>
                    <a:pt x="360679" y="591985"/>
                  </a:lnTo>
                  <a:lnTo>
                    <a:pt x="360679" y="658939"/>
                  </a:lnTo>
                  <a:lnTo>
                    <a:pt x="233819" y="658939"/>
                  </a:lnTo>
                  <a:lnTo>
                    <a:pt x="233819" y="591985"/>
                  </a:lnTo>
                  <a:close/>
                </a:path>
                <a:path w="1471929" h="4460240">
                  <a:moveTo>
                    <a:pt x="0" y="591985"/>
                  </a:moveTo>
                  <a:lnTo>
                    <a:pt x="74002" y="591985"/>
                  </a:lnTo>
                  <a:lnTo>
                    <a:pt x="74002" y="658939"/>
                  </a:lnTo>
                  <a:lnTo>
                    <a:pt x="0" y="658939"/>
                  </a:lnTo>
                  <a:lnTo>
                    <a:pt x="0" y="591985"/>
                  </a:lnTo>
                  <a:close/>
                </a:path>
                <a:path w="1471929" h="4460240">
                  <a:moveTo>
                    <a:pt x="1165339" y="535597"/>
                  </a:moveTo>
                  <a:lnTo>
                    <a:pt x="0" y="535597"/>
                  </a:lnTo>
                  <a:lnTo>
                    <a:pt x="0" y="434924"/>
                  </a:lnTo>
                  <a:lnTo>
                    <a:pt x="1165339" y="434924"/>
                  </a:lnTo>
                  <a:lnTo>
                    <a:pt x="1165339" y="535597"/>
                  </a:lnTo>
                  <a:close/>
                </a:path>
                <a:path w="1471929" h="4460240">
                  <a:moveTo>
                    <a:pt x="1056601" y="434924"/>
                  </a:moveTo>
                  <a:lnTo>
                    <a:pt x="132638" y="434924"/>
                  </a:lnTo>
                  <a:lnTo>
                    <a:pt x="132638" y="334251"/>
                  </a:lnTo>
                  <a:lnTo>
                    <a:pt x="1056601" y="334251"/>
                  </a:lnTo>
                  <a:lnTo>
                    <a:pt x="1056601" y="434924"/>
                  </a:lnTo>
                  <a:close/>
                </a:path>
                <a:path w="1471929" h="4460240">
                  <a:moveTo>
                    <a:pt x="1056601" y="68465"/>
                  </a:moveTo>
                  <a:lnTo>
                    <a:pt x="132638" y="68465"/>
                  </a:lnTo>
                  <a:lnTo>
                    <a:pt x="132638" y="0"/>
                  </a:lnTo>
                  <a:lnTo>
                    <a:pt x="1056601" y="0"/>
                  </a:lnTo>
                  <a:lnTo>
                    <a:pt x="1056601" y="68465"/>
                  </a:lnTo>
                  <a:close/>
                </a:path>
                <a:path w="1471929" h="4460240">
                  <a:moveTo>
                    <a:pt x="560019" y="412648"/>
                  </a:moveTo>
                  <a:lnTo>
                    <a:pt x="535736" y="412648"/>
                  </a:lnTo>
                  <a:lnTo>
                    <a:pt x="535736" y="34226"/>
                  </a:lnTo>
                  <a:lnTo>
                    <a:pt x="560019" y="34226"/>
                  </a:lnTo>
                  <a:lnTo>
                    <a:pt x="560019" y="412648"/>
                  </a:lnTo>
                  <a:close/>
                </a:path>
                <a:path w="1471929" h="4460240">
                  <a:moveTo>
                    <a:pt x="653529" y="412648"/>
                  </a:moveTo>
                  <a:lnTo>
                    <a:pt x="629234" y="412648"/>
                  </a:lnTo>
                  <a:lnTo>
                    <a:pt x="629234" y="34226"/>
                  </a:lnTo>
                  <a:lnTo>
                    <a:pt x="653529" y="34226"/>
                  </a:lnTo>
                  <a:lnTo>
                    <a:pt x="653529" y="412648"/>
                  </a:lnTo>
                  <a:close/>
                </a:path>
                <a:path w="1471929" h="4460240">
                  <a:moveTo>
                    <a:pt x="747026" y="412648"/>
                  </a:moveTo>
                  <a:lnTo>
                    <a:pt x="722731" y="412648"/>
                  </a:lnTo>
                  <a:lnTo>
                    <a:pt x="722731" y="34226"/>
                  </a:lnTo>
                  <a:lnTo>
                    <a:pt x="747026" y="34226"/>
                  </a:lnTo>
                  <a:lnTo>
                    <a:pt x="747026" y="412648"/>
                  </a:lnTo>
                  <a:close/>
                </a:path>
                <a:path w="1471929" h="4460240">
                  <a:moveTo>
                    <a:pt x="840536" y="412648"/>
                  </a:moveTo>
                  <a:lnTo>
                    <a:pt x="816241" y="412648"/>
                  </a:lnTo>
                  <a:lnTo>
                    <a:pt x="816241" y="34226"/>
                  </a:lnTo>
                  <a:lnTo>
                    <a:pt x="840536" y="34226"/>
                  </a:lnTo>
                  <a:lnTo>
                    <a:pt x="840536" y="412648"/>
                  </a:lnTo>
                  <a:close/>
                </a:path>
                <a:path w="1471929" h="4460240">
                  <a:moveTo>
                    <a:pt x="1382801" y="4097566"/>
                  </a:moveTo>
                  <a:lnTo>
                    <a:pt x="947877" y="4097566"/>
                  </a:lnTo>
                  <a:lnTo>
                    <a:pt x="947877" y="3493503"/>
                  </a:lnTo>
                  <a:lnTo>
                    <a:pt x="1382801" y="3493503"/>
                  </a:lnTo>
                  <a:lnTo>
                    <a:pt x="1382801" y="4097566"/>
                  </a:lnTo>
                  <a:close/>
                </a:path>
                <a:path w="1471929" h="4460240">
                  <a:moveTo>
                    <a:pt x="1382801" y="3493503"/>
                  </a:moveTo>
                  <a:lnTo>
                    <a:pt x="1471396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1382801" y="3493503"/>
                  </a:lnTo>
                  <a:close/>
                </a:path>
                <a:path w="1471929" h="4460240">
                  <a:moveTo>
                    <a:pt x="1419047" y="3431082"/>
                  </a:moveTo>
                  <a:lnTo>
                    <a:pt x="131837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1419047" y="3431082"/>
                  </a:lnTo>
                  <a:close/>
                </a:path>
                <a:path w="1471929" h="4460240">
                  <a:moveTo>
                    <a:pt x="1318374" y="3298190"/>
                  </a:moveTo>
                  <a:lnTo>
                    <a:pt x="1012316" y="3298190"/>
                  </a:lnTo>
                  <a:lnTo>
                    <a:pt x="1012316" y="1469898"/>
                  </a:lnTo>
                  <a:lnTo>
                    <a:pt x="1318374" y="1469898"/>
                  </a:lnTo>
                  <a:lnTo>
                    <a:pt x="1318374" y="3298190"/>
                  </a:lnTo>
                  <a:close/>
                </a:path>
                <a:path w="1471929" h="4460240">
                  <a:moveTo>
                    <a:pt x="1012317" y="1469885"/>
                  </a:moveTo>
                  <a:lnTo>
                    <a:pt x="1318374" y="1469885"/>
                  </a:lnTo>
                  <a:lnTo>
                    <a:pt x="1318374" y="1385316"/>
                  </a:lnTo>
                  <a:lnTo>
                    <a:pt x="1012317" y="1385316"/>
                  </a:lnTo>
                  <a:lnTo>
                    <a:pt x="1012317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12009" y="1883791"/>
              <a:ext cx="447624" cy="3952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55611" y="1580057"/>
              <a:ext cx="1681480" cy="3767454"/>
            </a:xfrm>
            <a:custGeom>
              <a:avLst/>
              <a:gdLst/>
              <a:ahLst/>
              <a:cxnLst/>
              <a:rect l="l" t="t" r="r" b="b"/>
              <a:pathLst>
                <a:path w="1681479" h="3767454">
                  <a:moveTo>
                    <a:pt x="1327188" y="92621"/>
                  </a:moveTo>
                  <a:lnTo>
                    <a:pt x="1633245" y="92621"/>
                  </a:lnTo>
                  <a:lnTo>
                    <a:pt x="1633245" y="310083"/>
                  </a:lnTo>
                  <a:lnTo>
                    <a:pt x="1327188" y="310083"/>
                  </a:lnTo>
                  <a:lnTo>
                    <a:pt x="1327188" y="92621"/>
                  </a:lnTo>
                  <a:close/>
                </a:path>
                <a:path w="1681479" h="3767454">
                  <a:moveTo>
                    <a:pt x="1279359" y="0"/>
                  </a:moveTo>
                  <a:lnTo>
                    <a:pt x="1681060" y="0"/>
                  </a:lnTo>
                  <a:lnTo>
                    <a:pt x="1681060" y="92621"/>
                  </a:lnTo>
                  <a:lnTo>
                    <a:pt x="1279359" y="92621"/>
                  </a:lnTo>
                  <a:lnTo>
                    <a:pt x="1279359" y="0"/>
                  </a:lnTo>
                  <a:close/>
                </a:path>
                <a:path w="1681479" h="3767454">
                  <a:moveTo>
                    <a:pt x="559765" y="3767340"/>
                  </a:moveTo>
                  <a:lnTo>
                    <a:pt x="52349" y="3767340"/>
                  </a:lnTo>
                  <a:lnTo>
                    <a:pt x="52349" y="3404908"/>
                  </a:lnTo>
                  <a:lnTo>
                    <a:pt x="559765" y="3404908"/>
                  </a:lnTo>
                  <a:lnTo>
                    <a:pt x="559765" y="3767340"/>
                  </a:lnTo>
                  <a:close/>
                </a:path>
                <a:path w="1681479" h="3767454">
                  <a:moveTo>
                    <a:pt x="88595" y="2800845"/>
                  </a:moveTo>
                  <a:lnTo>
                    <a:pt x="0" y="2738424"/>
                  </a:lnTo>
                  <a:lnTo>
                    <a:pt x="306057" y="2738424"/>
                  </a:lnTo>
                  <a:lnTo>
                    <a:pt x="306057" y="2800845"/>
                  </a:lnTo>
                  <a:lnTo>
                    <a:pt x="88595" y="2800845"/>
                  </a:lnTo>
                  <a:close/>
                </a:path>
                <a:path w="1681479" h="3767454">
                  <a:moveTo>
                    <a:pt x="52362" y="2738424"/>
                  </a:moveTo>
                  <a:lnTo>
                    <a:pt x="153034" y="2605532"/>
                  </a:lnTo>
                  <a:lnTo>
                    <a:pt x="306057" y="2605532"/>
                  </a:lnTo>
                  <a:lnTo>
                    <a:pt x="306057" y="2738424"/>
                  </a:lnTo>
                  <a:lnTo>
                    <a:pt x="52362" y="2738424"/>
                  </a:lnTo>
                  <a:close/>
                </a:path>
                <a:path w="1681479" h="3767454">
                  <a:moveTo>
                    <a:pt x="523519" y="3404908"/>
                  </a:moveTo>
                  <a:lnTo>
                    <a:pt x="88595" y="3404908"/>
                  </a:lnTo>
                  <a:lnTo>
                    <a:pt x="88595" y="2800845"/>
                  </a:lnTo>
                  <a:lnTo>
                    <a:pt x="523519" y="2800845"/>
                  </a:lnTo>
                  <a:lnTo>
                    <a:pt x="523519" y="3404908"/>
                  </a:lnTo>
                  <a:close/>
                </a:path>
                <a:path w="1681479" h="3767454">
                  <a:moveTo>
                    <a:pt x="523519" y="2800845"/>
                  </a:moveTo>
                  <a:lnTo>
                    <a:pt x="612114" y="2738424"/>
                  </a:lnTo>
                  <a:lnTo>
                    <a:pt x="306057" y="2738424"/>
                  </a:lnTo>
                  <a:lnTo>
                    <a:pt x="306057" y="2800845"/>
                  </a:lnTo>
                  <a:lnTo>
                    <a:pt x="523519" y="2800845"/>
                  </a:lnTo>
                  <a:close/>
                </a:path>
                <a:path w="1681479" h="3767454">
                  <a:moveTo>
                    <a:pt x="559765" y="2738424"/>
                  </a:moveTo>
                  <a:lnTo>
                    <a:pt x="459092" y="2605532"/>
                  </a:lnTo>
                  <a:lnTo>
                    <a:pt x="306057" y="2605532"/>
                  </a:lnTo>
                  <a:lnTo>
                    <a:pt x="306057" y="2738424"/>
                  </a:lnTo>
                  <a:lnTo>
                    <a:pt x="559765" y="2738424"/>
                  </a:lnTo>
                  <a:close/>
                </a:path>
                <a:path w="1681479" h="3767454">
                  <a:moveTo>
                    <a:pt x="459092" y="2605532"/>
                  </a:moveTo>
                  <a:lnTo>
                    <a:pt x="153034" y="2605532"/>
                  </a:lnTo>
                  <a:lnTo>
                    <a:pt x="153034" y="777240"/>
                  </a:lnTo>
                  <a:lnTo>
                    <a:pt x="459092" y="777240"/>
                  </a:lnTo>
                  <a:lnTo>
                    <a:pt x="459092" y="2605532"/>
                  </a:lnTo>
                  <a:close/>
                </a:path>
                <a:path w="1681479" h="3767454">
                  <a:moveTo>
                    <a:pt x="153034" y="777227"/>
                  </a:moveTo>
                  <a:lnTo>
                    <a:pt x="459092" y="777227"/>
                  </a:lnTo>
                  <a:lnTo>
                    <a:pt x="459092" y="692658"/>
                  </a:lnTo>
                  <a:lnTo>
                    <a:pt x="153034" y="692658"/>
                  </a:lnTo>
                  <a:lnTo>
                    <a:pt x="153034" y="7772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37856" y="1883791"/>
              <a:ext cx="447624" cy="39527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360818" y="856195"/>
              <a:ext cx="1529080" cy="1034415"/>
            </a:xfrm>
            <a:custGeom>
              <a:avLst/>
              <a:gdLst/>
              <a:ahLst/>
              <a:cxnLst/>
              <a:rect l="l" t="t" r="r" b="b"/>
              <a:pathLst>
                <a:path w="1529079" h="1034414">
                  <a:moveTo>
                    <a:pt x="47828" y="816483"/>
                  </a:moveTo>
                  <a:lnTo>
                    <a:pt x="353885" y="816483"/>
                  </a:lnTo>
                  <a:lnTo>
                    <a:pt x="353885" y="1033945"/>
                  </a:lnTo>
                  <a:lnTo>
                    <a:pt x="47828" y="1033945"/>
                  </a:lnTo>
                  <a:lnTo>
                    <a:pt x="47828" y="816483"/>
                  </a:lnTo>
                  <a:close/>
                </a:path>
                <a:path w="1529079" h="1034414">
                  <a:moveTo>
                    <a:pt x="0" y="723861"/>
                  </a:moveTo>
                  <a:lnTo>
                    <a:pt x="401700" y="723861"/>
                  </a:lnTo>
                  <a:lnTo>
                    <a:pt x="401700" y="816483"/>
                  </a:lnTo>
                  <a:lnTo>
                    <a:pt x="0" y="816483"/>
                  </a:lnTo>
                  <a:lnTo>
                    <a:pt x="0" y="723861"/>
                  </a:lnTo>
                  <a:close/>
                </a:path>
                <a:path w="1529079" h="1034414">
                  <a:moveTo>
                    <a:pt x="1050201" y="443852"/>
                  </a:moveTo>
                  <a:lnTo>
                    <a:pt x="1025905" y="443852"/>
                  </a:lnTo>
                  <a:lnTo>
                    <a:pt x="1025905" y="65430"/>
                  </a:lnTo>
                  <a:lnTo>
                    <a:pt x="1050201" y="65430"/>
                  </a:lnTo>
                  <a:lnTo>
                    <a:pt x="1050201" y="443852"/>
                  </a:lnTo>
                  <a:close/>
                </a:path>
                <a:path w="1529079" h="1034414">
                  <a:moveTo>
                    <a:pt x="1143698" y="443852"/>
                  </a:moveTo>
                  <a:lnTo>
                    <a:pt x="1119403" y="443852"/>
                  </a:lnTo>
                  <a:lnTo>
                    <a:pt x="1119403" y="65430"/>
                  </a:lnTo>
                  <a:lnTo>
                    <a:pt x="1143698" y="65430"/>
                  </a:lnTo>
                  <a:lnTo>
                    <a:pt x="1143698" y="443852"/>
                  </a:lnTo>
                  <a:close/>
                </a:path>
                <a:path w="1529079" h="1034414">
                  <a:moveTo>
                    <a:pt x="1143698" y="433844"/>
                  </a:moveTo>
                  <a:lnTo>
                    <a:pt x="1119403" y="433844"/>
                  </a:lnTo>
                  <a:lnTo>
                    <a:pt x="1119403" y="55422"/>
                  </a:lnTo>
                  <a:lnTo>
                    <a:pt x="1143698" y="55422"/>
                  </a:lnTo>
                  <a:lnTo>
                    <a:pt x="1143698" y="433844"/>
                  </a:lnTo>
                  <a:close/>
                </a:path>
                <a:path w="1529079" h="1034414">
                  <a:moveTo>
                    <a:pt x="1237195" y="433844"/>
                  </a:moveTo>
                  <a:lnTo>
                    <a:pt x="1212913" y="433844"/>
                  </a:lnTo>
                  <a:lnTo>
                    <a:pt x="1212913" y="55422"/>
                  </a:lnTo>
                  <a:lnTo>
                    <a:pt x="1237195" y="55422"/>
                  </a:lnTo>
                  <a:lnTo>
                    <a:pt x="1237195" y="433844"/>
                  </a:lnTo>
                  <a:close/>
                </a:path>
                <a:path w="1529079" h="1034414">
                  <a:moveTo>
                    <a:pt x="395668" y="453859"/>
                  </a:moveTo>
                  <a:lnTo>
                    <a:pt x="371373" y="453859"/>
                  </a:lnTo>
                  <a:lnTo>
                    <a:pt x="371373" y="75437"/>
                  </a:lnTo>
                  <a:lnTo>
                    <a:pt x="395668" y="75437"/>
                  </a:lnTo>
                  <a:lnTo>
                    <a:pt x="395668" y="453859"/>
                  </a:lnTo>
                  <a:close/>
                </a:path>
                <a:path w="1529079" h="1034414">
                  <a:moveTo>
                    <a:pt x="489165" y="453859"/>
                  </a:moveTo>
                  <a:lnTo>
                    <a:pt x="464870" y="453859"/>
                  </a:lnTo>
                  <a:lnTo>
                    <a:pt x="464870" y="75437"/>
                  </a:lnTo>
                  <a:lnTo>
                    <a:pt x="489165" y="75437"/>
                  </a:lnTo>
                  <a:lnTo>
                    <a:pt x="489165" y="453859"/>
                  </a:lnTo>
                  <a:close/>
                </a:path>
                <a:path w="1529079" h="1034414">
                  <a:moveTo>
                    <a:pt x="582676" y="453859"/>
                  </a:moveTo>
                  <a:lnTo>
                    <a:pt x="558393" y="453859"/>
                  </a:lnTo>
                  <a:lnTo>
                    <a:pt x="558393" y="75437"/>
                  </a:lnTo>
                  <a:lnTo>
                    <a:pt x="582676" y="75437"/>
                  </a:lnTo>
                  <a:lnTo>
                    <a:pt x="582676" y="453859"/>
                  </a:lnTo>
                  <a:close/>
                </a:path>
                <a:path w="1529079" h="1034414">
                  <a:moveTo>
                    <a:pt x="582676" y="453859"/>
                  </a:moveTo>
                  <a:lnTo>
                    <a:pt x="558393" y="453859"/>
                  </a:lnTo>
                  <a:lnTo>
                    <a:pt x="558393" y="75437"/>
                  </a:lnTo>
                  <a:lnTo>
                    <a:pt x="582676" y="75437"/>
                  </a:lnTo>
                  <a:lnTo>
                    <a:pt x="582676" y="453859"/>
                  </a:lnTo>
                  <a:close/>
                </a:path>
                <a:path w="1529079" h="1034414">
                  <a:moveTo>
                    <a:pt x="676173" y="453859"/>
                  </a:moveTo>
                  <a:lnTo>
                    <a:pt x="651878" y="453859"/>
                  </a:lnTo>
                  <a:lnTo>
                    <a:pt x="651878" y="75437"/>
                  </a:lnTo>
                  <a:lnTo>
                    <a:pt x="676173" y="75437"/>
                  </a:lnTo>
                  <a:lnTo>
                    <a:pt x="676173" y="453859"/>
                  </a:lnTo>
                  <a:close/>
                </a:path>
                <a:path w="1529079" h="1034414">
                  <a:moveTo>
                    <a:pt x="676173" y="443852"/>
                  </a:moveTo>
                  <a:lnTo>
                    <a:pt x="651878" y="443852"/>
                  </a:lnTo>
                  <a:lnTo>
                    <a:pt x="651878" y="65430"/>
                  </a:lnTo>
                  <a:lnTo>
                    <a:pt x="676173" y="65430"/>
                  </a:lnTo>
                  <a:lnTo>
                    <a:pt x="676173" y="443852"/>
                  </a:lnTo>
                  <a:close/>
                </a:path>
                <a:path w="1529079" h="1034414">
                  <a:moveTo>
                    <a:pt x="676173" y="443852"/>
                  </a:moveTo>
                  <a:lnTo>
                    <a:pt x="651878" y="443852"/>
                  </a:lnTo>
                  <a:lnTo>
                    <a:pt x="651878" y="65430"/>
                  </a:lnTo>
                  <a:lnTo>
                    <a:pt x="676173" y="65430"/>
                  </a:lnTo>
                  <a:lnTo>
                    <a:pt x="676173" y="443852"/>
                  </a:lnTo>
                  <a:close/>
                </a:path>
                <a:path w="1529079" h="1034414">
                  <a:moveTo>
                    <a:pt x="769683" y="443852"/>
                  </a:moveTo>
                  <a:lnTo>
                    <a:pt x="745401" y="443852"/>
                  </a:lnTo>
                  <a:lnTo>
                    <a:pt x="745401" y="65430"/>
                  </a:lnTo>
                  <a:lnTo>
                    <a:pt x="769683" y="65430"/>
                  </a:lnTo>
                  <a:lnTo>
                    <a:pt x="769683" y="443852"/>
                  </a:lnTo>
                  <a:close/>
                </a:path>
                <a:path w="1529079" h="1034414">
                  <a:moveTo>
                    <a:pt x="1528533" y="466128"/>
                  </a:moveTo>
                  <a:lnTo>
                    <a:pt x="1221460" y="466128"/>
                  </a:lnTo>
                  <a:lnTo>
                    <a:pt x="1221460" y="264642"/>
                  </a:lnTo>
                  <a:lnTo>
                    <a:pt x="1528533" y="264642"/>
                  </a:lnTo>
                  <a:lnTo>
                    <a:pt x="1528533" y="466128"/>
                  </a:lnTo>
                  <a:close/>
                </a:path>
                <a:path w="1529079" h="1034414">
                  <a:moveTo>
                    <a:pt x="1528038" y="266915"/>
                  </a:moveTo>
                  <a:lnTo>
                    <a:pt x="1221981" y="266915"/>
                  </a:lnTo>
                  <a:lnTo>
                    <a:pt x="1221981" y="65430"/>
                  </a:lnTo>
                  <a:lnTo>
                    <a:pt x="1528038" y="65430"/>
                  </a:lnTo>
                  <a:lnTo>
                    <a:pt x="1528038" y="266915"/>
                  </a:lnTo>
                  <a:close/>
                </a:path>
                <a:path w="1529079" h="1034414">
                  <a:moveTo>
                    <a:pt x="1528038" y="67703"/>
                  </a:moveTo>
                  <a:lnTo>
                    <a:pt x="1221981" y="67703"/>
                  </a:lnTo>
                  <a:lnTo>
                    <a:pt x="1221981" y="0"/>
                  </a:lnTo>
                  <a:lnTo>
                    <a:pt x="1375003" y="0"/>
                  </a:lnTo>
                  <a:lnTo>
                    <a:pt x="1528038" y="0"/>
                  </a:lnTo>
                  <a:lnTo>
                    <a:pt x="1528038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6236" y="792454"/>
              <a:ext cx="379171" cy="7009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52586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71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35" y="0"/>
                  </a:lnTo>
                  <a:lnTo>
                    <a:pt x="366471" y="0"/>
                  </a:lnTo>
                  <a:lnTo>
                    <a:pt x="366471" y="301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46236" y="457199"/>
              <a:ext cx="379171" cy="31409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428903" y="856195"/>
              <a:ext cx="307340" cy="466725"/>
            </a:xfrm>
            <a:custGeom>
              <a:avLst/>
              <a:gdLst/>
              <a:ahLst/>
              <a:cxnLst/>
              <a:rect l="l" t="t" r="r" b="b"/>
              <a:pathLst>
                <a:path w="307340" h="466725">
                  <a:moveTo>
                    <a:pt x="307073" y="466128"/>
                  </a:moveTo>
                  <a:lnTo>
                    <a:pt x="0" y="466128"/>
                  </a:lnTo>
                  <a:lnTo>
                    <a:pt x="0" y="264642"/>
                  </a:lnTo>
                  <a:lnTo>
                    <a:pt x="307073" y="264642"/>
                  </a:lnTo>
                  <a:lnTo>
                    <a:pt x="307073" y="466128"/>
                  </a:lnTo>
                  <a:close/>
                </a:path>
                <a:path w="307340" h="466725">
                  <a:moveTo>
                    <a:pt x="306565" y="266915"/>
                  </a:moveTo>
                  <a:lnTo>
                    <a:pt x="507" y="266915"/>
                  </a:lnTo>
                  <a:lnTo>
                    <a:pt x="507" y="65430"/>
                  </a:lnTo>
                  <a:lnTo>
                    <a:pt x="306565" y="65430"/>
                  </a:lnTo>
                  <a:lnTo>
                    <a:pt x="306565" y="266915"/>
                  </a:lnTo>
                  <a:close/>
                </a:path>
                <a:path w="307340" h="466725">
                  <a:moveTo>
                    <a:pt x="306565" y="67703"/>
                  </a:moveTo>
                  <a:lnTo>
                    <a:pt x="508" y="67703"/>
                  </a:lnTo>
                  <a:lnTo>
                    <a:pt x="508" y="0"/>
                  </a:lnTo>
                  <a:lnTo>
                    <a:pt x="153530" y="0"/>
                  </a:lnTo>
                  <a:lnTo>
                    <a:pt x="306565" y="0"/>
                  </a:lnTo>
                  <a:lnTo>
                    <a:pt x="306565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92860" y="792454"/>
              <a:ext cx="379158" cy="7009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99210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58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22" y="0"/>
                  </a:lnTo>
                  <a:lnTo>
                    <a:pt x="366458" y="0"/>
                  </a:lnTo>
                  <a:lnTo>
                    <a:pt x="366458" y="301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2860" y="457199"/>
              <a:ext cx="379158" cy="31409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46697" y="887399"/>
              <a:ext cx="11462385" cy="4460240"/>
            </a:xfrm>
            <a:custGeom>
              <a:avLst/>
              <a:gdLst/>
              <a:ahLst/>
              <a:cxnLst/>
              <a:rect l="l" t="t" r="r" b="b"/>
              <a:pathLst>
                <a:path w="11462385" h="4460240">
                  <a:moveTo>
                    <a:pt x="6812521" y="4097566"/>
                  </a:moveTo>
                  <a:lnTo>
                    <a:pt x="6450088" y="4097566"/>
                  </a:lnTo>
                  <a:lnTo>
                    <a:pt x="6450088" y="3487458"/>
                  </a:lnTo>
                  <a:lnTo>
                    <a:pt x="6812521" y="3487458"/>
                  </a:lnTo>
                  <a:lnTo>
                    <a:pt x="6812521" y="4097566"/>
                  </a:lnTo>
                  <a:close/>
                </a:path>
                <a:path w="11462385" h="4460240">
                  <a:moveTo>
                    <a:pt x="6813397" y="3807764"/>
                  </a:moveTo>
                  <a:lnTo>
                    <a:pt x="6450088" y="3807764"/>
                  </a:lnTo>
                  <a:lnTo>
                    <a:pt x="6450088" y="3777246"/>
                  </a:lnTo>
                  <a:lnTo>
                    <a:pt x="6813397" y="3777246"/>
                  </a:lnTo>
                  <a:lnTo>
                    <a:pt x="6813397" y="3807764"/>
                  </a:lnTo>
                  <a:close/>
                </a:path>
                <a:path w="11462385" h="4460240">
                  <a:moveTo>
                    <a:pt x="6604673" y="4097553"/>
                  </a:moveTo>
                  <a:lnTo>
                    <a:pt x="6580885" y="4097553"/>
                  </a:lnTo>
                  <a:lnTo>
                    <a:pt x="6580885" y="3487445"/>
                  </a:lnTo>
                  <a:lnTo>
                    <a:pt x="6604673" y="3487445"/>
                  </a:lnTo>
                  <a:lnTo>
                    <a:pt x="6604673" y="4097553"/>
                  </a:lnTo>
                  <a:close/>
                </a:path>
                <a:path w="11462385" h="4460240">
                  <a:moveTo>
                    <a:pt x="6693420" y="4097553"/>
                  </a:moveTo>
                  <a:lnTo>
                    <a:pt x="6669633" y="4097553"/>
                  </a:lnTo>
                  <a:lnTo>
                    <a:pt x="6669633" y="3487445"/>
                  </a:lnTo>
                  <a:lnTo>
                    <a:pt x="6693420" y="3487445"/>
                  </a:lnTo>
                  <a:lnTo>
                    <a:pt x="6693420" y="4097553"/>
                  </a:lnTo>
                  <a:close/>
                </a:path>
                <a:path w="11462385" h="4460240">
                  <a:moveTo>
                    <a:pt x="6782181" y="4097553"/>
                  </a:moveTo>
                  <a:lnTo>
                    <a:pt x="6758393" y="4097553"/>
                  </a:lnTo>
                  <a:lnTo>
                    <a:pt x="6758393" y="3487445"/>
                  </a:lnTo>
                  <a:lnTo>
                    <a:pt x="6782181" y="3487445"/>
                  </a:lnTo>
                  <a:lnTo>
                    <a:pt x="6782181" y="4097553"/>
                  </a:lnTo>
                  <a:close/>
                </a:path>
                <a:path w="11462385" h="4460240">
                  <a:moveTo>
                    <a:pt x="6515912" y="4097553"/>
                  </a:moveTo>
                  <a:lnTo>
                    <a:pt x="6492125" y="4097553"/>
                  </a:lnTo>
                  <a:lnTo>
                    <a:pt x="6492125" y="3487445"/>
                  </a:lnTo>
                  <a:lnTo>
                    <a:pt x="6515912" y="3487445"/>
                  </a:lnTo>
                  <a:lnTo>
                    <a:pt x="6515912" y="4097553"/>
                  </a:lnTo>
                  <a:close/>
                </a:path>
                <a:path w="11462385" h="4460240">
                  <a:moveTo>
                    <a:pt x="11461508" y="4097553"/>
                  </a:moveTo>
                  <a:lnTo>
                    <a:pt x="11099076" y="4097553"/>
                  </a:lnTo>
                  <a:lnTo>
                    <a:pt x="11099076" y="3487445"/>
                  </a:lnTo>
                  <a:lnTo>
                    <a:pt x="11461508" y="3487445"/>
                  </a:lnTo>
                  <a:lnTo>
                    <a:pt x="11461508" y="4097553"/>
                  </a:lnTo>
                  <a:close/>
                </a:path>
                <a:path w="11462385" h="4460240">
                  <a:moveTo>
                    <a:pt x="11462385" y="3807764"/>
                  </a:moveTo>
                  <a:lnTo>
                    <a:pt x="11099076" y="3807764"/>
                  </a:lnTo>
                  <a:lnTo>
                    <a:pt x="11099076" y="3777246"/>
                  </a:lnTo>
                  <a:lnTo>
                    <a:pt x="11462385" y="3777246"/>
                  </a:lnTo>
                  <a:lnTo>
                    <a:pt x="11462385" y="3807764"/>
                  </a:lnTo>
                  <a:close/>
                </a:path>
                <a:path w="11462385" h="4460240">
                  <a:moveTo>
                    <a:pt x="11253660" y="4097553"/>
                  </a:moveTo>
                  <a:lnTo>
                    <a:pt x="11229873" y="4097553"/>
                  </a:lnTo>
                  <a:lnTo>
                    <a:pt x="11229873" y="3487445"/>
                  </a:lnTo>
                  <a:lnTo>
                    <a:pt x="11253660" y="3487445"/>
                  </a:lnTo>
                  <a:lnTo>
                    <a:pt x="11253660" y="4097553"/>
                  </a:lnTo>
                  <a:close/>
                </a:path>
                <a:path w="11462385" h="4460240">
                  <a:moveTo>
                    <a:pt x="11342408" y="4097553"/>
                  </a:moveTo>
                  <a:lnTo>
                    <a:pt x="11318621" y="4097553"/>
                  </a:lnTo>
                  <a:lnTo>
                    <a:pt x="11318621" y="3487445"/>
                  </a:lnTo>
                  <a:lnTo>
                    <a:pt x="11342408" y="3487445"/>
                  </a:lnTo>
                  <a:lnTo>
                    <a:pt x="11342408" y="4097553"/>
                  </a:lnTo>
                  <a:close/>
                </a:path>
                <a:path w="11462385" h="4460240">
                  <a:moveTo>
                    <a:pt x="11431168" y="4097553"/>
                  </a:moveTo>
                  <a:lnTo>
                    <a:pt x="11407381" y="4097553"/>
                  </a:lnTo>
                  <a:lnTo>
                    <a:pt x="11407381" y="3487445"/>
                  </a:lnTo>
                  <a:lnTo>
                    <a:pt x="11431168" y="3487445"/>
                  </a:lnTo>
                  <a:lnTo>
                    <a:pt x="11431168" y="4097553"/>
                  </a:lnTo>
                  <a:close/>
                </a:path>
                <a:path w="11462385" h="4460240">
                  <a:moveTo>
                    <a:pt x="11164900" y="4097553"/>
                  </a:moveTo>
                  <a:lnTo>
                    <a:pt x="11141113" y="4097553"/>
                  </a:lnTo>
                  <a:lnTo>
                    <a:pt x="11141113" y="3487445"/>
                  </a:lnTo>
                  <a:lnTo>
                    <a:pt x="11164900" y="3487445"/>
                  </a:lnTo>
                  <a:lnTo>
                    <a:pt x="11164900" y="4097553"/>
                  </a:lnTo>
                  <a:close/>
                </a:path>
                <a:path w="11462385" h="4460240">
                  <a:moveTo>
                    <a:pt x="6211481" y="737958"/>
                  </a:moveTo>
                  <a:lnTo>
                    <a:pt x="6058014" y="737958"/>
                  </a:lnTo>
                  <a:lnTo>
                    <a:pt x="6058014" y="536600"/>
                  </a:lnTo>
                  <a:lnTo>
                    <a:pt x="6211481" y="536600"/>
                  </a:lnTo>
                  <a:lnTo>
                    <a:pt x="6211481" y="737958"/>
                  </a:lnTo>
                  <a:close/>
                </a:path>
                <a:path w="11462385" h="4460240">
                  <a:moveTo>
                    <a:pt x="6058014" y="591985"/>
                  </a:moveTo>
                  <a:lnTo>
                    <a:pt x="6132017" y="591985"/>
                  </a:lnTo>
                  <a:lnTo>
                    <a:pt x="6132017" y="658939"/>
                  </a:lnTo>
                  <a:lnTo>
                    <a:pt x="6058014" y="658939"/>
                  </a:lnTo>
                  <a:lnTo>
                    <a:pt x="6058014" y="591985"/>
                  </a:lnTo>
                  <a:close/>
                </a:path>
                <a:path w="11462385" h="4460240">
                  <a:moveTo>
                    <a:pt x="6211481" y="535597"/>
                  </a:moveTo>
                  <a:lnTo>
                    <a:pt x="6058014" y="535597"/>
                  </a:lnTo>
                  <a:lnTo>
                    <a:pt x="6058014" y="434924"/>
                  </a:lnTo>
                  <a:lnTo>
                    <a:pt x="6211481" y="434924"/>
                  </a:lnTo>
                  <a:lnTo>
                    <a:pt x="6211481" y="535597"/>
                  </a:lnTo>
                  <a:close/>
                </a:path>
                <a:path w="11462385" h="4460240">
                  <a:moveTo>
                    <a:pt x="1419059" y="2746476"/>
                  </a:moveTo>
                  <a:lnTo>
                    <a:pt x="253720" y="2746476"/>
                  </a:lnTo>
                  <a:lnTo>
                    <a:pt x="253720" y="980592"/>
                  </a:lnTo>
                  <a:lnTo>
                    <a:pt x="1419059" y="980592"/>
                  </a:lnTo>
                  <a:lnTo>
                    <a:pt x="1419059" y="2746476"/>
                  </a:lnTo>
                  <a:close/>
                </a:path>
                <a:path w="11462385" h="4460240">
                  <a:moveTo>
                    <a:pt x="831100" y="1307287"/>
                  </a:moveTo>
                  <a:lnTo>
                    <a:pt x="782303" y="1310867"/>
                  </a:lnTo>
                  <a:lnTo>
                    <a:pt x="735729" y="1321269"/>
                  </a:lnTo>
                  <a:lnTo>
                    <a:pt x="691888" y="1337980"/>
                  </a:lnTo>
                  <a:lnTo>
                    <a:pt x="651292" y="1360490"/>
                  </a:lnTo>
                  <a:lnTo>
                    <a:pt x="614451" y="1388288"/>
                  </a:lnTo>
                  <a:lnTo>
                    <a:pt x="581876" y="1420863"/>
                  </a:lnTo>
                  <a:lnTo>
                    <a:pt x="554078" y="1457704"/>
                  </a:lnTo>
                  <a:lnTo>
                    <a:pt x="531568" y="1498300"/>
                  </a:lnTo>
                  <a:lnTo>
                    <a:pt x="514857" y="1542141"/>
                  </a:lnTo>
                  <a:lnTo>
                    <a:pt x="504455" y="1588715"/>
                  </a:lnTo>
                  <a:lnTo>
                    <a:pt x="500875" y="1637512"/>
                  </a:lnTo>
                  <a:lnTo>
                    <a:pt x="500875" y="3031782"/>
                  </a:lnTo>
                  <a:lnTo>
                    <a:pt x="831100" y="3031782"/>
                  </a:lnTo>
                  <a:lnTo>
                    <a:pt x="1161326" y="3031782"/>
                  </a:lnTo>
                  <a:lnTo>
                    <a:pt x="1161326" y="1637512"/>
                  </a:lnTo>
                  <a:lnTo>
                    <a:pt x="1157745" y="1588715"/>
                  </a:lnTo>
                  <a:lnTo>
                    <a:pt x="1147344" y="1542141"/>
                  </a:lnTo>
                  <a:lnTo>
                    <a:pt x="1130633" y="1498300"/>
                  </a:lnTo>
                  <a:lnTo>
                    <a:pt x="1108123" y="1457704"/>
                  </a:lnTo>
                  <a:lnTo>
                    <a:pt x="1080325" y="1420863"/>
                  </a:lnTo>
                  <a:lnTo>
                    <a:pt x="1047750" y="1388288"/>
                  </a:lnTo>
                  <a:lnTo>
                    <a:pt x="1010909" y="1360490"/>
                  </a:lnTo>
                  <a:lnTo>
                    <a:pt x="970312" y="1337980"/>
                  </a:lnTo>
                  <a:lnTo>
                    <a:pt x="926471" y="1321269"/>
                  </a:lnTo>
                  <a:lnTo>
                    <a:pt x="879897" y="1310867"/>
                  </a:lnTo>
                  <a:lnTo>
                    <a:pt x="831100" y="1307287"/>
                  </a:lnTo>
                  <a:close/>
                </a:path>
                <a:path w="11462385" h="4460240">
                  <a:moveTo>
                    <a:pt x="1265021" y="4097566"/>
                  </a:moveTo>
                  <a:lnTo>
                    <a:pt x="397192" y="4097566"/>
                  </a:lnTo>
                  <a:lnTo>
                    <a:pt x="397192" y="3331413"/>
                  </a:lnTo>
                  <a:lnTo>
                    <a:pt x="1265021" y="3331413"/>
                  </a:lnTo>
                  <a:lnTo>
                    <a:pt x="1265021" y="4097566"/>
                  </a:lnTo>
                  <a:close/>
                </a:path>
                <a:path w="11462385" h="4460240">
                  <a:moveTo>
                    <a:pt x="1265021" y="3331413"/>
                  </a:moveTo>
                  <a:lnTo>
                    <a:pt x="397192" y="3331413"/>
                  </a:lnTo>
                  <a:lnTo>
                    <a:pt x="397192" y="2871317"/>
                  </a:lnTo>
                  <a:lnTo>
                    <a:pt x="1265021" y="2871317"/>
                  </a:lnTo>
                  <a:lnTo>
                    <a:pt x="1265021" y="3331413"/>
                  </a:lnTo>
                  <a:close/>
                </a:path>
                <a:path w="11462385" h="4460240">
                  <a:moveTo>
                    <a:pt x="1165352" y="4459998"/>
                  </a:moveTo>
                  <a:lnTo>
                    <a:pt x="496849" y="4459998"/>
                  </a:lnTo>
                  <a:lnTo>
                    <a:pt x="496849" y="4097566"/>
                  </a:lnTo>
                  <a:lnTo>
                    <a:pt x="1165352" y="4097566"/>
                  </a:lnTo>
                  <a:lnTo>
                    <a:pt x="1165352" y="4459998"/>
                  </a:lnTo>
                  <a:close/>
                </a:path>
                <a:path w="11462385" h="4460240">
                  <a:moveTo>
                    <a:pt x="1265021" y="2871317"/>
                  </a:moveTo>
                  <a:lnTo>
                    <a:pt x="397192" y="2871317"/>
                  </a:lnTo>
                  <a:lnTo>
                    <a:pt x="397192" y="2790774"/>
                  </a:lnTo>
                  <a:lnTo>
                    <a:pt x="1265021" y="2790774"/>
                  </a:lnTo>
                  <a:lnTo>
                    <a:pt x="1265021" y="2871317"/>
                  </a:lnTo>
                  <a:close/>
                </a:path>
                <a:path w="11462385" h="4460240">
                  <a:moveTo>
                    <a:pt x="1058125" y="2871317"/>
                  </a:moveTo>
                  <a:lnTo>
                    <a:pt x="604075" y="2871317"/>
                  </a:lnTo>
                  <a:lnTo>
                    <a:pt x="604075" y="2790774"/>
                  </a:lnTo>
                  <a:lnTo>
                    <a:pt x="1058125" y="2790774"/>
                  </a:lnTo>
                  <a:lnTo>
                    <a:pt x="1058125" y="2871317"/>
                  </a:lnTo>
                  <a:close/>
                </a:path>
                <a:path w="11462385" h="4460240">
                  <a:moveTo>
                    <a:pt x="1265021" y="2790774"/>
                  </a:moveTo>
                  <a:lnTo>
                    <a:pt x="397192" y="2790774"/>
                  </a:lnTo>
                  <a:lnTo>
                    <a:pt x="397192" y="2746476"/>
                  </a:lnTo>
                  <a:lnTo>
                    <a:pt x="1265021" y="2746476"/>
                  </a:lnTo>
                  <a:lnTo>
                    <a:pt x="1265021" y="2790774"/>
                  </a:lnTo>
                  <a:close/>
                </a:path>
                <a:path w="11462385" h="4460240">
                  <a:moveTo>
                    <a:pt x="397179" y="2746476"/>
                  </a:moveTo>
                  <a:lnTo>
                    <a:pt x="1265008" y="2746476"/>
                  </a:lnTo>
                  <a:lnTo>
                    <a:pt x="1265008" y="2452497"/>
                  </a:lnTo>
                  <a:lnTo>
                    <a:pt x="397179" y="2452497"/>
                  </a:lnTo>
                  <a:lnTo>
                    <a:pt x="397179" y="2746476"/>
                  </a:lnTo>
                  <a:close/>
                </a:path>
                <a:path w="11462385" h="4460240">
                  <a:moveTo>
                    <a:pt x="1107452" y="2682036"/>
                  </a:moveTo>
                  <a:lnTo>
                    <a:pt x="562800" y="2682036"/>
                  </a:lnTo>
                  <a:lnTo>
                    <a:pt x="562800" y="2518943"/>
                  </a:lnTo>
                  <a:lnTo>
                    <a:pt x="1107452" y="2518943"/>
                  </a:lnTo>
                  <a:lnTo>
                    <a:pt x="1107452" y="2682036"/>
                  </a:lnTo>
                  <a:close/>
                </a:path>
                <a:path w="11462385" h="4460240">
                  <a:moveTo>
                    <a:pt x="586955" y="1720138"/>
                  </a:moveTo>
                  <a:lnTo>
                    <a:pt x="406742" y="1720138"/>
                  </a:lnTo>
                  <a:lnTo>
                    <a:pt x="406742" y="1630667"/>
                  </a:lnTo>
                  <a:lnTo>
                    <a:pt x="586955" y="1630667"/>
                  </a:lnTo>
                  <a:lnTo>
                    <a:pt x="586955" y="1720138"/>
                  </a:lnTo>
                  <a:close/>
                </a:path>
                <a:path w="11462385" h="4460240">
                  <a:moveTo>
                    <a:pt x="1269047" y="1720138"/>
                  </a:moveTo>
                  <a:lnTo>
                    <a:pt x="1088834" y="1720138"/>
                  </a:lnTo>
                  <a:lnTo>
                    <a:pt x="1088834" y="1630667"/>
                  </a:lnTo>
                  <a:lnTo>
                    <a:pt x="1269047" y="1630667"/>
                  </a:lnTo>
                  <a:lnTo>
                    <a:pt x="1269047" y="1720138"/>
                  </a:lnTo>
                  <a:close/>
                </a:path>
                <a:path w="11462385" h="4460240">
                  <a:moveTo>
                    <a:pt x="879868" y="1397393"/>
                  </a:moveTo>
                  <a:lnTo>
                    <a:pt x="790397" y="1397393"/>
                  </a:lnTo>
                  <a:lnTo>
                    <a:pt x="790397" y="1217180"/>
                  </a:lnTo>
                  <a:lnTo>
                    <a:pt x="879868" y="1217180"/>
                  </a:lnTo>
                  <a:lnTo>
                    <a:pt x="879868" y="1397393"/>
                  </a:lnTo>
                  <a:close/>
                </a:path>
                <a:path w="11462385" h="4460240">
                  <a:moveTo>
                    <a:pt x="1419059" y="979589"/>
                  </a:moveTo>
                  <a:lnTo>
                    <a:pt x="253720" y="979589"/>
                  </a:lnTo>
                  <a:lnTo>
                    <a:pt x="253720" y="738974"/>
                  </a:lnTo>
                  <a:lnTo>
                    <a:pt x="1419059" y="738974"/>
                  </a:lnTo>
                  <a:lnTo>
                    <a:pt x="1419059" y="979589"/>
                  </a:lnTo>
                  <a:close/>
                </a:path>
                <a:path w="11462385" h="4460240">
                  <a:moveTo>
                    <a:pt x="1419059" y="737958"/>
                  </a:moveTo>
                  <a:lnTo>
                    <a:pt x="253720" y="737958"/>
                  </a:lnTo>
                  <a:lnTo>
                    <a:pt x="253720" y="536600"/>
                  </a:lnTo>
                  <a:lnTo>
                    <a:pt x="1419059" y="536600"/>
                  </a:lnTo>
                  <a:lnTo>
                    <a:pt x="1419059" y="737958"/>
                  </a:lnTo>
                  <a:close/>
                </a:path>
                <a:path w="11462385" h="4460240">
                  <a:moveTo>
                    <a:pt x="1185240" y="658926"/>
                  </a:moveTo>
                  <a:lnTo>
                    <a:pt x="1058392" y="658926"/>
                  </a:lnTo>
                  <a:lnTo>
                    <a:pt x="1058392" y="591972"/>
                  </a:lnTo>
                  <a:lnTo>
                    <a:pt x="1185240" y="591972"/>
                  </a:lnTo>
                  <a:lnTo>
                    <a:pt x="1185240" y="658926"/>
                  </a:lnTo>
                  <a:close/>
                </a:path>
                <a:path w="11462385" h="4460240">
                  <a:moveTo>
                    <a:pt x="1419059" y="658926"/>
                  </a:moveTo>
                  <a:lnTo>
                    <a:pt x="1345057" y="658926"/>
                  </a:lnTo>
                  <a:lnTo>
                    <a:pt x="1345057" y="591972"/>
                  </a:lnTo>
                  <a:lnTo>
                    <a:pt x="1419059" y="591972"/>
                  </a:lnTo>
                  <a:lnTo>
                    <a:pt x="1419059" y="658926"/>
                  </a:lnTo>
                  <a:close/>
                </a:path>
                <a:path w="11462385" h="4460240">
                  <a:moveTo>
                    <a:pt x="1419059" y="535597"/>
                  </a:moveTo>
                  <a:lnTo>
                    <a:pt x="253720" y="535597"/>
                  </a:lnTo>
                  <a:lnTo>
                    <a:pt x="253720" y="434924"/>
                  </a:lnTo>
                  <a:lnTo>
                    <a:pt x="1419059" y="434924"/>
                  </a:lnTo>
                  <a:lnTo>
                    <a:pt x="1419059" y="535597"/>
                  </a:lnTo>
                  <a:close/>
                </a:path>
                <a:path w="11462385" h="4460240">
                  <a:moveTo>
                    <a:pt x="1310322" y="434924"/>
                  </a:moveTo>
                  <a:lnTo>
                    <a:pt x="386359" y="434924"/>
                  </a:lnTo>
                  <a:lnTo>
                    <a:pt x="386359" y="334251"/>
                  </a:lnTo>
                  <a:lnTo>
                    <a:pt x="1310322" y="334251"/>
                  </a:lnTo>
                  <a:lnTo>
                    <a:pt x="1310322" y="434924"/>
                  </a:lnTo>
                  <a:close/>
                </a:path>
                <a:path w="11462385" h="4460240">
                  <a:moveTo>
                    <a:pt x="1310322" y="68465"/>
                  </a:moveTo>
                  <a:lnTo>
                    <a:pt x="386359" y="68465"/>
                  </a:lnTo>
                  <a:lnTo>
                    <a:pt x="386359" y="0"/>
                  </a:lnTo>
                  <a:lnTo>
                    <a:pt x="1310322" y="0"/>
                  </a:lnTo>
                  <a:lnTo>
                    <a:pt x="1310322" y="68465"/>
                  </a:lnTo>
                  <a:close/>
                </a:path>
                <a:path w="11462385" h="4460240">
                  <a:moveTo>
                    <a:pt x="813739" y="412648"/>
                  </a:moveTo>
                  <a:lnTo>
                    <a:pt x="789444" y="412648"/>
                  </a:lnTo>
                  <a:lnTo>
                    <a:pt x="789444" y="34226"/>
                  </a:lnTo>
                  <a:lnTo>
                    <a:pt x="813739" y="34226"/>
                  </a:lnTo>
                  <a:lnTo>
                    <a:pt x="813739" y="412648"/>
                  </a:lnTo>
                  <a:close/>
                </a:path>
                <a:path w="11462385" h="4460240">
                  <a:moveTo>
                    <a:pt x="907237" y="412648"/>
                  </a:moveTo>
                  <a:lnTo>
                    <a:pt x="882942" y="412648"/>
                  </a:lnTo>
                  <a:lnTo>
                    <a:pt x="882942" y="34226"/>
                  </a:lnTo>
                  <a:lnTo>
                    <a:pt x="907237" y="34226"/>
                  </a:lnTo>
                  <a:lnTo>
                    <a:pt x="907237" y="412648"/>
                  </a:lnTo>
                  <a:close/>
                </a:path>
                <a:path w="11462385" h="4460240">
                  <a:moveTo>
                    <a:pt x="1000747" y="412648"/>
                  </a:moveTo>
                  <a:lnTo>
                    <a:pt x="976452" y="412648"/>
                  </a:lnTo>
                  <a:lnTo>
                    <a:pt x="976452" y="34226"/>
                  </a:lnTo>
                  <a:lnTo>
                    <a:pt x="1000747" y="34226"/>
                  </a:lnTo>
                  <a:lnTo>
                    <a:pt x="1000747" y="412648"/>
                  </a:lnTo>
                  <a:close/>
                </a:path>
                <a:path w="11462385" h="4460240">
                  <a:moveTo>
                    <a:pt x="1094244" y="412648"/>
                  </a:moveTo>
                  <a:lnTo>
                    <a:pt x="1069962" y="412648"/>
                  </a:lnTo>
                  <a:lnTo>
                    <a:pt x="1069962" y="34226"/>
                  </a:lnTo>
                  <a:lnTo>
                    <a:pt x="1094244" y="34226"/>
                  </a:lnTo>
                  <a:lnTo>
                    <a:pt x="1094244" y="412648"/>
                  </a:lnTo>
                  <a:close/>
                </a:path>
                <a:path w="11462385" h="4460240">
                  <a:moveTo>
                    <a:pt x="1094244" y="412648"/>
                  </a:moveTo>
                  <a:lnTo>
                    <a:pt x="1069962" y="412648"/>
                  </a:lnTo>
                  <a:lnTo>
                    <a:pt x="1069962" y="34226"/>
                  </a:lnTo>
                  <a:lnTo>
                    <a:pt x="1094244" y="34226"/>
                  </a:lnTo>
                  <a:lnTo>
                    <a:pt x="1094244" y="412648"/>
                  </a:lnTo>
                  <a:close/>
                </a:path>
                <a:path w="11462385" h="4460240">
                  <a:moveTo>
                    <a:pt x="1187754" y="412648"/>
                  </a:moveTo>
                  <a:lnTo>
                    <a:pt x="1163459" y="412648"/>
                  </a:lnTo>
                  <a:lnTo>
                    <a:pt x="1163459" y="34226"/>
                  </a:lnTo>
                  <a:lnTo>
                    <a:pt x="1187754" y="34226"/>
                  </a:lnTo>
                  <a:lnTo>
                    <a:pt x="1187754" y="412648"/>
                  </a:lnTo>
                  <a:close/>
                </a:path>
                <a:path w="11462385" h="4460240">
                  <a:moveTo>
                    <a:pt x="1187754" y="402640"/>
                  </a:moveTo>
                  <a:lnTo>
                    <a:pt x="1163459" y="402640"/>
                  </a:lnTo>
                  <a:lnTo>
                    <a:pt x="1163459" y="24218"/>
                  </a:lnTo>
                  <a:lnTo>
                    <a:pt x="1187754" y="24218"/>
                  </a:lnTo>
                  <a:lnTo>
                    <a:pt x="1187754" y="402640"/>
                  </a:lnTo>
                  <a:close/>
                </a:path>
                <a:path w="11462385" h="4460240">
                  <a:moveTo>
                    <a:pt x="1281252" y="402640"/>
                  </a:moveTo>
                  <a:lnTo>
                    <a:pt x="1256957" y="402640"/>
                  </a:lnTo>
                  <a:lnTo>
                    <a:pt x="1256957" y="24218"/>
                  </a:lnTo>
                  <a:lnTo>
                    <a:pt x="1281252" y="24218"/>
                  </a:lnTo>
                  <a:lnTo>
                    <a:pt x="1281252" y="402640"/>
                  </a:lnTo>
                  <a:close/>
                </a:path>
                <a:path w="11462385" h="4460240">
                  <a:moveTo>
                    <a:pt x="439712" y="422656"/>
                  </a:moveTo>
                  <a:lnTo>
                    <a:pt x="415429" y="422656"/>
                  </a:lnTo>
                  <a:lnTo>
                    <a:pt x="415429" y="44234"/>
                  </a:lnTo>
                  <a:lnTo>
                    <a:pt x="439712" y="44234"/>
                  </a:lnTo>
                  <a:lnTo>
                    <a:pt x="439712" y="422656"/>
                  </a:lnTo>
                  <a:close/>
                </a:path>
                <a:path w="11462385" h="4460240">
                  <a:moveTo>
                    <a:pt x="533222" y="422656"/>
                  </a:moveTo>
                  <a:lnTo>
                    <a:pt x="508927" y="422656"/>
                  </a:lnTo>
                  <a:lnTo>
                    <a:pt x="508927" y="44234"/>
                  </a:lnTo>
                  <a:lnTo>
                    <a:pt x="533222" y="44234"/>
                  </a:lnTo>
                  <a:lnTo>
                    <a:pt x="533222" y="422656"/>
                  </a:lnTo>
                  <a:close/>
                </a:path>
                <a:path w="11462385" h="4460240">
                  <a:moveTo>
                    <a:pt x="626719" y="422656"/>
                  </a:moveTo>
                  <a:lnTo>
                    <a:pt x="602437" y="422656"/>
                  </a:lnTo>
                  <a:lnTo>
                    <a:pt x="602437" y="44234"/>
                  </a:lnTo>
                  <a:lnTo>
                    <a:pt x="626719" y="44234"/>
                  </a:lnTo>
                  <a:lnTo>
                    <a:pt x="626719" y="422656"/>
                  </a:lnTo>
                  <a:close/>
                </a:path>
                <a:path w="11462385" h="4460240">
                  <a:moveTo>
                    <a:pt x="626719" y="422656"/>
                  </a:moveTo>
                  <a:lnTo>
                    <a:pt x="602437" y="422656"/>
                  </a:lnTo>
                  <a:lnTo>
                    <a:pt x="602437" y="44234"/>
                  </a:lnTo>
                  <a:lnTo>
                    <a:pt x="626719" y="44234"/>
                  </a:lnTo>
                  <a:lnTo>
                    <a:pt x="626719" y="422656"/>
                  </a:lnTo>
                  <a:close/>
                </a:path>
                <a:path w="11462385" h="4460240">
                  <a:moveTo>
                    <a:pt x="720229" y="422656"/>
                  </a:moveTo>
                  <a:lnTo>
                    <a:pt x="695934" y="422656"/>
                  </a:lnTo>
                  <a:lnTo>
                    <a:pt x="695934" y="44234"/>
                  </a:lnTo>
                  <a:lnTo>
                    <a:pt x="720229" y="44234"/>
                  </a:lnTo>
                  <a:lnTo>
                    <a:pt x="720229" y="422656"/>
                  </a:lnTo>
                  <a:close/>
                </a:path>
                <a:path w="11462385" h="4460240">
                  <a:moveTo>
                    <a:pt x="720229" y="412648"/>
                  </a:moveTo>
                  <a:lnTo>
                    <a:pt x="695934" y="412648"/>
                  </a:lnTo>
                  <a:lnTo>
                    <a:pt x="695934" y="34226"/>
                  </a:lnTo>
                  <a:lnTo>
                    <a:pt x="720229" y="34226"/>
                  </a:lnTo>
                  <a:lnTo>
                    <a:pt x="720229" y="412648"/>
                  </a:lnTo>
                  <a:close/>
                </a:path>
                <a:path w="11462385" h="4460240">
                  <a:moveTo>
                    <a:pt x="720229" y="412648"/>
                  </a:moveTo>
                  <a:lnTo>
                    <a:pt x="695934" y="412648"/>
                  </a:lnTo>
                  <a:lnTo>
                    <a:pt x="695934" y="34226"/>
                  </a:lnTo>
                  <a:lnTo>
                    <a:pt x="720229" y="34226"/>
                  </a:lnTo>
                  <a:lnTo>
                    <a:pt x="720229" y="412648"/>
                  </a:lnTo>
                  <a:close/>
                </a:path>
                <a:path w="11462385" h="4460240">
                  <a:moveTo>
                    <a:pt x="813739" y="412648"/>
                  </a:moveTo>
                  <a:lnTo>
                    <a:pt x="789444" y="412648"/>
                  </a:lnTo>
                  <a:lnTo>
                    <a:pt x="789444" y="34226"/>
                  </a:lnTo>
                  <a:lnTo>
                    <a:pt x="813739" y="34226"/>
                  </a:lnTo>
                  <a:lnTo>
                    <a:pt x="813739" y="412648"/>
                  </a:lnTo>
                  <a:close/>
                </a:path>
                <a:path w="11462385" h="4460240">
                  <a:moveTo>
                    <a:pt x="507415" y="4459998"/>
                  </a:moveTo>
                  <a:lnTo>
                    <a:pt x="0" y="4459998"/>
                  </a:lnTo>
                  <a:lnTo>
                    <a:pt x="0" y="4097566"/>
                  </a:lnTo>
                  <a:lnTo>
                    <a:pt x="507415" y="4097566"/>
                  </a:lnTo>
                  <a:lnTo>
                    <a:pt x="507415" y="4459998"/>
                  </a:lnTo>
                  <a:close/>
                </a:path>
                <a:path w="11462385" h="4460240">
                  <a:moveTo>
                    <a:pt x="471182" y="4097566"/>
                  </a:moveTo>
                  <a:lnTo>
                    <a:pt x="36258" y="4097566"/>
                  </a:lnTo>
                  <a:lnTo>
                    <a:pt x="36258" y="3493503"/>
                  </a:lnTo>
                  <a:lnTo>
                    <a:pt x="471182" y="3493503"/>
                  </a:lnTo>
                  <a:lnTo>
                    <a:pt x="471182" y="4097566"/>
                  </a:lnTo>
                  <a:close/>
                </a:path>
                <a:path w="11462385" h="4460240">
                  <a:moveTo>
                    <a:pt x="471182" y="3493503"/>
                  </a:moveTo>
                  <a:lnTo>
                    <a:pt x="559777" y="3431082"/>
                  </a:lnTo>
                  <a:lnTo>
                    <a:pt x="253720" y="3431082"/>
                  </a:lnTo>
                  <a:lnTo>
                    <a:pt x="253720" y="3493503"/>
                  </a:lnTo>
                  <a:lnTo>
                    <a:pt x="471182" y="3493503"/>
                  </a:lnTo>
                  <a:close/>
                </a:path>
                <a:path w="11462385" h="4460240">
                  <a:moveTo>
                    <a:pt x="507415" y="3431082"/>
                  </a:moveTo>
                  <a:lnTo>
                    <a:pt x="406742" y="3298190"/>
                  </a:lnTo>
                  <a:lnTo>
                    <a:pt x="253720" y="3298190"/>
                  </a:lnTo>
                  <a:lnTo>
                    <a:pt x="253720" y="3431082"/>
                  </a:lnTo>
                  <a:lnTo>
                    <a:pt x="507415" y="3431082"/>
                  </a:lnTo>
                  <a:close/>
                </a:path>
                <a:path w="11462385" h="4460240">
                  <a:moveTo>
                    <a:pt x="406742" y="3298190"/>
                  </a:moveTo>
                  <a:lnTo>
                    <a:pt x="100685" y="3298190"/>
                  </a:lnTo>
                  <a:lnTo>
                    <a:pt x="100685" y="1469898"/>
                  </a:lnTo>
                  <a:lnTo>
                    <a:pt x="406742" y="1469898"/>
                  </a:lnTo>
                  <a:lnTo>
                    <a:pt x="406742" y="3298190"/>
                  </a:lnTo>
                  <a:close/>
                </a:path>
                <a:path w="11462385" h="4460240">
                  <a:moveTo>
                    <a:pt x="100685" y="1469885"/>
                  </a:moveTo>
                  <a:lnTo>
                    <a:pt x="406742" y="1469885"/>
                  </a:lnTo>
                  <a:lnTo>
                    <a:pt x="406742" y="1385316"/>
                  </a:lnTo>
                  <a:lnTo>
                    <a:pt x="100685" y="1385316"/>
                  </a:lnTo>
                  <a:lnTo>
                    <a:pt x="100685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6605" y="1883791"/>
              <a:ext cx="447624" cy="39527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99567" y="856195"/>
              <a:ext cx="401955" cy="1034415"/>
            </a:xfrm>
            <a:custGeom>
              <a:avLst/>
              <a:gdLst/>
              <a:ahLst/>
              <a:cxnLst/>
              <a:rect l="l" t="t" r="r" b="b"/>
              <a:pathLst>
                <a:path w="401955" h="1034414">
                  <a:moveTo>
                    <a:pt x="47815" y="816483"/>
                  </a:moveTo>
                  <a:lnTo>
                    <a:pt x="353872" y="816483"/>
                  </a:lnTo>
                  <a:lnTo>
                    <a:pt x="353872" y="1033945"/>
                  </a:lnTo>
                  <a:lnTo>
                    <a:pt x="47815" y="1033945"/>
                  </a:lnTo>
                  <a:lnTo>
                    <a:pt x="47815" y="816483"/>
                  </a:lnTo>
                  <a:close/>
                </a:path>
                <a:path w="401955" h="1034414">
                  <a:moveTo>
                    <a:pt x="0" y="723861"/>
                  </a:moveTo>
                  <a:lnTo>
                    <a:pt x="401701" y="723861"/>
                  </a:lnTo>
                  <a:lnTo>
                    <a:pt x="401701" y="816483"/>
                  </a:lnTo>
                  <a:lnTo>
                    <a:pt x="0" y="816483"/>
                  </a:lnTo>
                  <a:lnTo>
                    <a:pt x="0" y="723861"/>
                  </a:lnTo>
                  <a:close/>
                </a:path>
                <a:path w="401955" h="1034414">
                  <a:moveTo>
                    <a:pt x="354380" y="466128"/>
                  </a:moveTo>
                  <a:lnTo>
                    <a:pt x="47320" y="466128"/>
                  </a:lnTo>
                  <a:lnTo>
                    <a:pt x="47320" y="264642"/>
                  </a:lnTo>
                  <a:lnTo>
                    <a:pt x="354380" y="264642"/>
                  </a:lnTo>
                  <a:lnTo>
                    <a:pt x="354380" y="466128"/>
                  </a:lnTo>
                  <a:close/>
                </a:path>
                <a:path w="401955" h="1034414">
                  <a:moveTo>
                    <a:pt x="353872" y="266915"/>
                  </a:moveTo>
                  <a:lnTo>
                    <a:pt x="47815" y="266915"/>
                  </a:lnTo>
                  <a:lnTo>
                    <a:pt x="47815" y="65430"/>
                  </a:lnTo>
                  <a:lnTo>
                    <a:pt x="353872" y="65430"/>
                  </a:lnTo>
                  <a:lnTo>
                    <a:pt x="353872" y="266915"/>
                  </a:lnTo>
                  <a:close/>
                </a:path>
                <a:path w="401955" h="1034414">
                  <a:moveTo>
                    <a:pt x="353872" y="67703"/>
                  </a:moveTo>
                  <a:lnTo>
                    <a:pt x="47815" y="67703"/>
                  </a:lnTo>
                  <a:lnTo>
                    <a:pt x="47815" y="0"/>
                  </a:lnTo>
                  <a:lnTo>
                    <a:pt x="200850" y="0"/>
                  </a:lnTo>
                  <a:lnTo>
                    <a:pt x="353872" y="0"/>
                  </a:lnTo>
                  <a:lnTo>
                    <a:pt x="353872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0832" y="792454"/>
              <a:ext cx="379171" cy="7009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17182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30" h="30479">
                  <a:moveTo>
                    <a:pt x="366471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35" y="0"/>
                  </a:lnTo>
                  <a:lnTo>
                    <a:pt x="366471" y="0"/>
                  </a:lnTo>
                  <a:lnTo>
                    <a:pt x="366471" y="301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0832" y="457199"/>
              <a:ext cx="379171" cy="31409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239804" y="887399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29" h="4460240">
                  <a:moveTo>
                    <a:pt x="1165339" y="2746476"/>
                  </a:moveTo>
                  <a:lnTo>
                    <a:pt x="0" y="2746476"/>
                  </a:lnTo>
                  <a:lnTo>
                    <a:pt x="0" y="1003249"/>
                  </a:lnTo>
                  <a:lnTo>
                    <a:pt x="1165339" y="1003249"/>
                  </a:lnTo>
                  <a:lnTo>
                    <a:pt x="1165339" y="2746476"/>
                  </a:lnTo>
                  <a:close/>
                </a:path>
                <a:path w="1471929" h="4460240">
                  <a:moveTo>
                    <a:pt x="577380" y="1307287"/>
                  </a:moveTo>
                  <a:lnTo>
                    <a:pt x="528583" y="1310867"/>
                  </a:lnTo>
                  <a:lnTo>
                    <a:pt x="482010" y="1321269"/>
                  </a:lnTo>
                  <a:lnTo>
                    <a:pt x="438170" y="1337980"/>
                  </a:lnTo>
                  <a:lnTo>
                    <a:pt x="397575" y="1360490"/>
                  </a:lnTo>
                  <a:lnTo>
                    <a:pt x="360736" y="1388288"/>
                  </a:lnTo>
                  <a:lnTo>
                    <a:pt x="328162" y="1420863"/>
                  </a:lnTo>
                  <a:lnTo>
                    <a:pt x="300366" y="1457704"/>
                  </a:lnTo>
                  <a:lnTo>
                    <a:pt x="277858" y="1498300"/>
                  </a:lnTo>
                  <a:lnTo>
                    <a:pt x="261148" y="1542141"/>
                  </a:lnTo>
                  <a:lnTo>
                    <a:pt x="250747" y="1588715"/>
                  </a:lnTo>
                  <a:lnTo>
                    <a:pt x="247167" y="1637512"/>
                  </a:lnTo>
                  <a:lnTo>
                    <a:pt x="247167" y="3031782"/>
                  </a:lnTo>
                  <a:lnTo>
                    <a:pt x="577380" y="3031782"/>
                  </a:lnTo>
                  <a:lnTo>
                    <a:pt x="907605" y="3031782"/>
                  </a:lnTo>
                  <a:lnTo>
                    <a:pt x="907605" y="1637512"/>
                  </a:lnTo>
                  <a:lnTo>
                    <a:pt x="904025" y="1588715"/>
                  </a:lnTo>
                  <a:lnTo>
                    <a:pt x="893624" y="1542141"/>
                  </a:lnTo>
                  <a:lnTo>
                    <a:pt x="876914" y="1498300"/>
                  </a:lnTo>
                  <a:lnTo>
                    <a:pt x="854405" y="1457704"/>
                  </a:lnTo>
                  <a:lnTo>
                    <a:pt x="826608" y="1420863"/>
                  </a:lnTo>
                  <a:lnTo>
                    <a:pt x="794034" y="1388288"/>
                  </a:lnTo>
                  <a:lnTo>
                    <a:pt x="757194" y="1360490"/>
                  </a:lnTo>
                  <a:lnTo>
                    <a:pt x="716597" y="1337980"/>
                  </a:lnTo>
                  <a:lnTo>
                    <a:pt x="672755" y="1321269"/>
                  </a:lnTo>
                  <a:lnTo>
                    <a:pt x="626179" y="1310867"/>
                  </a:lnTo>
                  <a:lnTo>
                    <a:pt x="577380" y="1307287"/>
                  </a:lnTo>
                  <a:close/>
                </a:path>
                <a:path w="1471929" h="4460240">
                  <a:moveTo>
                    <a:pt x="581418" y="1385316"/>
                  </a:moveTo>
                  <a:lnTo>
                    <a:pt x="535814" y="1389403"/>
                  </a:lnTo>
                  <a:lnTo>
                    <a:pt x="492891" y="1401188"/>
                  </a:lnTo>
                  <a:lnTo>
                    <a:pt x="453367" y="1419954"/>
                  </a:lnTo>
                  <a:lnTo>
                    <a:pt x="417957" y="1444984"/>
                  </a:lnTo>
                  <a:lnTo>
                    <a:pt x="387379" y="1475563"/>
                  </a:lnTo>
                  <a:lnTo>
                    <a:pt x="362349" y="1510972"/>
                  </a:lnTo>
                  <a:lnTo>
                    <a:pt x="343583" y="1550496"/>
                  </a:lnTo>
                  <a:lnTo>
                    <a:pt x="331798" y="1593419"/>
                  </a:lnTo>
                  <a:lnTo>
                    <a:pt x="327710" y="1639023"/>
                  </a:lnTo>
                  <a:lnTo>
                    <a:pt x="327710" y="2710230"/>
                  </a:lnTo>
                  <a:lnTo>
                    <a:pt x="581418" y="2710230"/>
                  </a:lnTo>
                  <a:lnTo>
                    <a:pt x="835113" y="2710230"/>
                  </a:lnTo>
                  <a:lnTo>
                    <a:pt x="835113" y="1639023"/>
                  </a:lnTo>
                  <a:lnTo>
                    <a:pt x="831026" y="1593419"/>
                  </a:lnTo>
                  <a:lnTo>
                    <a:pt x="819241" y="1550496"/>
                  </a:lnTo>
                  <a:lnTo>
                    <a:pt x="800475" y="1510972"/>
                  </a:lnTo>
                  <a:lnTo>
                    <a:pt x="775446" y="1475563"/>
                  </a:lnTo>
                  <a:lnTo>
                    <a:pt x="744868" y="1444984"/>
                  </a:lnTo>
                  <a:lnTo>
                    <a:pt x="709461" y="1419954"/>
                  </a:lnTo>
                  <a:lnTo>
                    <a:pt x="669938" y="1401188"/>
                  </a:lnTo>
                  <a:lnTo>
                    <a:pt x="627019" y="1389403"/>
                  </a:lnTo>
                  <a:lnTo>
                    <a:pt x="581418" y="1385316"/>
                  </a:lnTo>
                  <a:close/>
                </a:path>
                <a:path w="1471929" h="4460240">
                  <a:moveTo>
                    <a:pt x="835113" y="1708619"/>
                  </a:moveTo>
                  <a:lnTo>
                    <a:pt x="327698" y="1708619"/>
                  </a:lnTo>
                  <a:lnTo>
                    <a:pt x="327698" y="1642173"/>
                  </a:lnTo>
                  <a:lnTo>
                    <a:pt x="835113" y="1642173"/>
                  </a:lnTo>
                  <a:lnTo>
                    <a:pt x="835113" y="1708619"/>
                  </a:lnTo>
                  <a:close/>
                </a:path>
                <a:path w="1471929" h="4460240">
                  <a:moveTo>
                    <a:pt x="543598" y="2710230"/>
                  </a:moveTo>
                  <a:lnTo>
                    <a:pt x="510374" y="2710230"/>
                  </a:lnTo>
                  <a:lnTo>
                    <a:pt x="510374" y="1708365"/>
                  </a:lnTo>
                  <a:lnTo>
                    <a:pt x="543598" y="1708365"/>
                  </a:lnTo>
                  <a:lnTo>
                    <a:pt x="543598" y="2710230"/>
                  </a:lnTo>
                  <a:close/>
                </a:path>
                <a:path w="1471929" h="4460240">
                  <a:moveTo>
                    <a:pt x="667550" y="2710230"/>
                  </a:moveTo>
                  <a:lnTo>
                    <a:pt x="634326" y="2710230"/>
                  </a:lnTo>
                  <a:lnTo>
                    <a:pt x="634326" y="1708365"/>
                  </a:lnTo>
                  <a:lnTo>
                    <a:pt x="667550" y="1708365"/>
                  </a:lnTo>
                  <a:lnTo>
                    <a:pt x="667550" y="2710230"/>
                  </a:lnTo>
                  <a:close/>
                </a:path>
                <a:path w="1471929" h="4460240">
                  <a:moveTo>
                    <a:pt x="791514" y="2710230"/>
                  </a:moveTo>
                  <a:lnTo>
                    <a:pt x="758291" y="2710230"/>
                  </a:lnTo>
                  <a:lnTo>
                    <a:pt x="758291" y="1708365"/>
                  </a:lnTo>
                  <a:lnTo>
                    <a:pt x="791514" y="1708365"/>
                  </a:lnTo>
                  <a:lnTo>
                    <a:pt x="791514" y="2710230"/>
                  </a:lnTo>
                  <a:close/>
                </a:path>
                <a:path w="1471929" h="4460240">
                  <a:moveTo>
                    <a:pt x="419633" y="2710230"/>
                  </a:moveTo>
                  <a:lnTo>
                    <a:pt x="386410" y="2710230"/>
                  </a:lnTo>
                  <a:lnTo>
                    <a:pt x="386410" y="1708365"/>
                  </a:lnTo>
                  <a:lnTo>
                    <a:pt x="419633" y="1708365"/>
                  </a:lnTo>
                  <a:lnTo>
                    <a:pt x="419633" y="2710230"/>
                  </a:lnTo>
                  <a:close/>
                </a:path>
                <a:path w="1471929" h="4460240">
                  <a:moveTo>
                    <a:pt x="1011301" y="4097566"/>
                  </a:moveTo>
                  <a:lnTo>
                    <a:pt x="143471" y="4097566"/>
                  </a:lnTo>
                  <a:lnTo>
                    <a:pt x="143471" y="3331413"/>
                  </a:lnTo>
                  <a:lnTo>
                    <a:pt x="1011301" y="3331413"/>
                  </a:lnTo>
                  <a:lnTo>
                    <a:pt x="1011301" y="4097566"/>
                  </a:lnTo>
                  <a:close/>
                </a:path>
                <a:path w="1471929" h="4460240">
                  <a:moveTo>
                    <a:pt x="1011301" y="3331413"/>
                  </a:moveTo>
                  <a:lnTo>
                    <a:pt x="143471" y="3331413"/>
                  </a:lnTo>
                  <a:lnTo>
                    <a:pt x="143471" y="2871317"/>
                  </a:lnTo>
                  <a:lnTo>
                    <a:pt x="1011301" y="2871317"/>
                  </a:lnTo>
                  <a:lnTo>
                    <a:pt x="1011301" y="3331413"/>
                  </a:lnTo>
                  <a:close/>
                </a:path>
                <a:path w="1471929" h="4460240">
                  <a:moveTo>
                    <a:pt x="1419047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419047" y="4097566"/>
                  </a:lnTo>
                  <a:lnTo>
                    <a:pt x="1419047" y="4459998"/>
                  </a:lnTo>
                  <a:close/>
                </a:path>
                <a:path w="1471929" h="4460240">
                  <a:moveTo>
                    <a:pt x="947877" y="3493503"/>
                  </a:moveTo>
                  <a:lnTo>
                    <a:pt x="859282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947877" y="3493503"/>
                  </a:lnTo>
                  <a:close/>
                </a:path>
                <a:path w="1471929" h="4460240">
                  <a:moveTo>
                    <a:pt x="911631" y="3431082"/>
                  </a:moveTo>
                  <a:lnTo>
                    <a:pt x="101230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911631" y="3431082"/>
                  </a:lnTo>
                  <a:close/>
                </a:path>
                <a:path w="1471929" h="4460240">
                  <a:moveTo>
                    <a:pt x="911631" y="4459998"/>
                  </a:moveTo>
                  <a:lnTo>
                    <a:pt x="243128" y="4459998"/>
                  </a:lnTo>
                  <a:lnTo>
                    <a:pt x="243128" y="4097566"/>
                  </a:lnTo>
                  <a:lnTo>
                    <a:pt x="911631" y="4097566"/>
                  </a:lnTo>
                  <a:lnTo>
                    <a:pt x="911631" y="4459998"/>
                  </a:lnTo>
                  <a:close/>
                </a:path>
                <a:path w="1471929" h="4460240">
                  <a:moveTo>
                    <a:pt x="1011301" y="2871317"/>
                  </a:moveTo>
                  <a:lnTo>
                    <a:pt x="143471" y="2871317"/>
                  </a:lnTo>
                  <a:lnTo>
                    <a:pt x="143471" y="2790774"/>
                  </a:lnTo>
                  <a:lnTo>
                    <a:pt x="1011301" y="2790774"/>
                  </a:lnTo>
                  <a:lnTo>
                    <a:pt x="1011301" y="2871317"/>
                  </a:lnTo>
                  <a:close/>
                </a:path>
                <a:path w="1471929" h="4460240">
                  <a:moveTo>
                    <a:pt x="804418" y="2871317"/>
                  </a:moveTo>
                  <a:lnTo>
                    <a:pt x="350367" y="2871317"/>
                  </a:lnTo>
                  <a:lnTo>
                    <a:pt x="350367" y="2790774"/>
                  </a:lnTo>
                  <a:lnTo>
                    <a:pt x="804418" y="2790774"/>
                  </a:lnTo>
                  <a:lnTo>
                    <a:pt x="804418" y="2871317"/>
                  </a:lnTo>
                  <a:close/>
                </a:path>
                <a:path w="1471929" h="4460240">
                  <a:moveTo>
                    <a:pt x="1011301" y="2790774"/>
                  </a:moveTo>
                  <a:lnTo>
                    <a:pt x="143471" y="2790774"/>
                  </a:lnTo>
                  <a:lnTo>
                    <a:pt x="143471" y="2746476"/>
                  </a:lnTo>
                  <a:lnTo>
                    <a:pt x="1011301" y="2746476"/>
                  </a:lnTo>
                  <a:lnTo>
                    <a:pt x="1011301" y="2790774"/>
                  </a:lnTo>
                  <a:close/>
                </a:path>
                <a:path w="1471929" h="4460240">
                  <a:moveTo>
                    <a:pt x="143471" y="2746476"/>
                  </a:moveTo>
                  <a:lnTo>
                    <a:pt x="1011301" y="2746476"/>
                  </a:lnTo>
                  <a:lnTo>
                    <a:pt x="1011301" y="2452497"/>
                  </a:lnTo>
                  <a:lnTo>
                    <a:pt x="143471" y="2452497"/>
                  </a:lnTo>
                  <a:lnTo>
                    <a:pt x="143471" y="2746476"/>
                  </a:lnTo>
                  <a:close/>
                </a:path>
                <a:path w="1471929" h="4460240">
                  <a:moveTo>
                    <a:pt x="853744" y="2682036"/>
                  </a:moveTo>
                  <a:lnTo>
                    <a:pt x="309092" y="2682036"/>
                  </a:lnTo>
                  <a:lnTo>
                    <a:pt x="309092" y="2518943"/>
                  </a:lnTo>
                  <a:lnTo>
                    <a:pt x="853744" y="2518943"/>
                  </a:lnTo>
                  <a:lnTo>
                    <a:pt x="853744" y="2682036"/>
                  </a:lnTo>
                  <a:close/>
                </a:path>
                <a:path w="1471929" h="4460240">
                  <a:moveTo>
                    <a:pt x="333248" y="1720138"/>
                  </a:moveTo>
                  <a:lnTo>
                    <a:pt x="153035" y="1720138"/>
                  </a:lnTo>
                  <a:lnTo>
                    <a:pt x="153035" y="1630667"/>
                  </a:lnTo>
                  <a:lnTo>
                    <a:pt x="333248" y="1630667"/>
                  </a:lnTo>
                  <a:lnTo>
                    <a:pt x="333248" y="1720138"/>
                  </a:lnTo>
                  <a:close/>
                </a:path>
                <a:path w="1471929" h="4460240">
                  <a:moveTo>
                    <a:pt x="1015326" y="1720138"/>
                  </a:moveTo>
                  <a:lnTo>
                    <a:pt x="835113" y="1720138"/>
                  </a:lnTo>
                  <a:lnTo>
                    <a:pt x="835113" y="1630667"/>
                  </a:lnTo>
                  <a:lnTo>
                    <a:pt x="1015326" y="1630667"/>
                  </a:lnTo>
                  <a:lnTo>
                    <a:pt x="1015326" y="1720138"/>
                  </a:lnTo>
                  <a:close/>
                </a:path>
                <a:path w="1471929" h="4460240">
                  <a:moveTo>
                    <a:pt x="626148" y="1397393"/>
                  </a:moveTo>
                  <a:lnTo>
                    <a:pt x="536676" y="1397393"/>
                  </a:lnTo>
                  <a:lnTo>
                    <a:pt x="536676" y="1217180"/>
                  </a:lnTo>
                  <a:lnTo>
                    <a:pt x="626148" y="1217180"/>
                  </a:lnTo>
                  <a:lnTo>
                    <a:pt x="626148" y="1397393"/>
                  </a:lnTo>
                  <a:close/>
                </a:path>
                <a:path w="1471929" h="4460240">
                  <a:moveTo>
                    <a:pt x="1165339" y="1002245"/>
                  </a:moveTo>
                  <a:lnTo>
                    <a:pt x="0" y="1002245"/>
                  </a:lnTo>
                  <a:lnTo>
                    <a:pt x="0" y="738974"/>
                  </a:lnTo>
                  <a:lnTo>
                    <a:pt x="1165339" y="738974"/>
                  </a:lnTo>
                  <a:lnTo>
                    <a:pt x="1165339" y="1002245"/>
                  </a:lnTo>
                  <a:close/>
                </a:path>
                <a:path w="1471929" h="4460240">
                  <a:moveTo>
                    <a:pt x="1165339" y="737958"/>
                  </a:moveTo>
                  <a:lnTo>
                    <a:pt x="0" y="737958"/>
                  </a:lnTo>
                  <a:lnTo>
                    <a:pt x="0" y="536600"/>
                  </a:lnTo>
                  <a:lnTo>
                    <a:pt x="1165339" y="536600"/>
                  </a:lnTo>
                  <a:lnTo>
                    <a:pt x="1165339" y="737958"/>
                  </a:lnTo>
                  <a:close/>
                </a:path>
                <a:path w="1471929" h="4460240">
                  <a:moveTo>
                    <a:pt x="644842" y="658926"/>
                  </a:moveTo>
                  <a:lnTo>
                    <a:pt x="517994" y="658926"/>
                  </a:lnTo>
                  <a:lnTo>
                    <a:pt x="517994" y="591972"/>
                  </a:lnTo>
                  <a:lnTo>
                    <a:pt x="644842" y="591972"/>
                  </a:lnTo>
                  <a:lnTo>
                    <a:pt x="644842" y="658926"/>
                  </a:lnTo>
                  <a:close/>
                </a:path>
                <a:path w="1471929" h="4460240">
                  <a:moveTo>
                    <a:pt x="931519" y="658926"/>
                  </a:moveTo>
                  <a:lnTo>
                    <a:pt x="804659" y="658926"/>
                  </a:lnTo>
                  <a:lnTo>
                    <a:pt x="804659" y="591972"/>
                  </a:lnTo>
                  <a:lnTo>
                    <a:pt x="931519" y="591972"/>
                  </a:lnTo>
                  <a:lnTo>
                    <a:pt x="931519" y="658926"/>
                  </a:lnTo>
                  <a:close/>
                </a:path>
                <a:path w="1471929" h="4460240">
                  <a:moveTo>
                    <a:pt x="1165339" y="658926"/>
                  </a:moveTo>
                  <a:lnTo>
                    <a:pt x="1091336" y="658926"/>
                  </a:lnTo>
                  <a:lnTo>
                    <a:pt x="1091336" y="591972"/>
                  </a:lnTo>
                  <a:lnTo>
                    <a:pt x="1165339" y="591972"/>
                  </a:lnTo>
                  <a:lnTo>
                    <a:pt x="1165339" y="658926"/>
                  </a:lnTo>
                  <a:close/>
                </a:path>
                <a:path w="1471929" h="4460240">
                  <a:moveTo>
                    <a:pt x="233832" y="591985"/>
                  </a:moveTo>
                  <a:lnTo>
                    <a:pt x="360680" y="591985"/>
                  </a:lnTo>
                  <a:lnTo>
                    <a:pt x="360680" y="658939"/>
                  </a:lnTo>
                  <a:lnTo>
                    <a:pt x="233832" y="658939"/>
                  </a:lnTo>
                  <a:lnTo>
                    <a:pt x="233832" y="591985"/>
                  </a:lnTo>
                  <a:close/>
                </a:path>
                <a:path w="1471929" h="4460240">
                  <a:moveTo>
                    <a:pt x="0" y="591985"/>
                  </a:moveTo>
                  <a:lnTo>
                    <a:pt x="74002" y="591985"/>
                  </a:lnTo>
                  <a:lnTo>
                    <a:pt x="74002" y="658939"/>
                  </a:lnTo>
                  <a:lnTo>
                    <a:pt x="0" y="658939"/>
                  </a:lnTo>
                  <a:lnTo>
                    <a:pt x="0" y="591985"/>
                  </a:lnTo>
                  <a:close/>
                </a:path>
                <a:path w="1471929" h="4460240">
                  <a:moveTo>
                    <a:pt x="1165339" y="535597"/>
                  </a:moveTo>
                  <a:lnTo>
                    <a:pt x="0" y="535597"/>
                  </a:lnTo>
                  <a:lnTo>
                    <a:pt x="0" y="434924"/>
                  </a:lnTo>
                  <a:lnTo>
                    <a:pt x="1165339" y="434924"/>
                  </a:lnTo>
                  <a:lnTo>
                    <a:pt x="1165339" y="535597"/>
                  </a:lnTo>
                  <a:close/>
                </a:path>
                <a:path w="1471929" h="4460240">
                  <a:moveTo>
                    <a:pt x="1056614" y="434924"/>
                  </a:moveTo>
                  <a:lnTo>
                    <a:pt x="132651" y="434924"/>
                  </a:lnTo>
                  <a:lnTo>
                    <a:pt x="132651" y="334251"/>
                  </a:lnTo>
                  <a:lnTo>
                    <a:pt x="1056614" y="334251"/>
                  </a:lnTo>
                  <a:lnTo>
                    <a:pt x="1056614" y="434924"/>
                  </a:lnTo>
                  <a:close/>
                </a:path>
                <a:path w="1471929" h="4460240">
                  <a:moveTo>
                    <a:pt x="1056614" y="68465"/>
                  </a:moveTo>
                  <a:lnTo>
                    <a:pt x="132651" y="68465"/>
                  </a:lnTo>
                  <a:lnTo>
                    <a:pt x="132651" y="0"/>
                  </a:lnTo>
                  <a:lnTo>
                    <a:pt x="1056614" y="0"/>
                  </a:lnTo>
                  <a:lnTo>
                    <a:pt x="1056614" y="68465"/>
                  </a:lnTo>
                  <a:close/>
                </a:path>
                <a:path w="1471929" h="4460240">
                  <a:moveTo>
                    <a:pt x="560019" y="412648"/>
                  </a:moveTo>
                  <a:lnTo>
                    <a:pt x="535724" y="412648"/>
                  </a:lnTo>
                  <a:lnTo>
                    <a:pt x="535724" y="34226"/>
                  </a:lnTo>
                  <a:lnTo>
                    <a:pt x="560019" y="34226"/>
                  </a:lnTo>
                  <a:lnTo>
                    <a:pt x="560019" y="412648"/>
                  </a:lnTo>
                  <a:close/>
                </a:path>
                <a:path w="1471929" h="4460240">
                  <a:moveTo>
                    <a:pt x="653529" y="412648"/>
                  </a:moveTo>
                  <a:lnTo>
                    <a:pt x="629234" y="412648"/>
                  </a:lnTo>
                  <a:lnTo>
                    <a:pt x="629234" y="34226"/>
                  </a:lnTo>
                  <a:lnTo>
                    <a:pt x="653529" y="34226"/>
                  </a:lnTo>
                  <a:lnTo>
                    <a:pt x="653529" y="412648"/>
                  </a:lnTo>
                  <a:close/>
                </a:path>
                <a:path w="1471929" h="4460240">
                  <a:moveTo>
                    <a:pt x="747026" y="412648"/>
                  </a:moveTo>
                  <a:lnTo>
                    <a:pt x="722744" y="412648"/>
                  </a:lnTo>
                  <a:lnTo>
                    <a:pt x="722744" y="34226"/>
                  </a:lnTo>
                  <a:lnTo>
                    <a:pt x="747026" y="34226"/>
                  </a:lnTo>
                  <a:lnTo>
                    <a:pt x="747026" y="412648"/>
                  </a:lnTo>
                  <a:close/>
                </a:path>
                <a:path w="1471929" h="4460240">
                  <a:moveTo>
                    <a:pt x="840536" y="412648"/>
                  </a:moveTo>
                  <a:lnTo>
                    <a:pt x="816241" y="412648"/>
                  </a:lnTo>
                  <a:lnTo>
                    <a:pt x="816241" y="34226"/>
                  </a:lnTo>
                  <a:lnTo>
                    <a:pt x="840536" y="34226"/>
                  </a:lnTo>
                  <a:lnTo>
                    <a:pt x="840536" y="412648"/>
                  </a:lnTo>
                  <a:close/>
                </a:path>
                <a:path w="1471929" h="4460240">
                  <a:moveTo>
                    <a:pt x="1382801" y="4097566"/>
                  </a:moveTo>
                  <a:lnTo>
                    <a:pt x="947877" y="4097566"/>
                  </a:lnTo>
                  <a:lnTo>
                    <a:pt x="947877" y="3493503"/>
                  </a:lnTo>
                  <a:lnTo>
                    <a:pt x="1382801" y="3493503"/>
                  </a:lnTo>
                  <a:lnTo>
                    <a:pt x="1382801" y="4097566"/>
                  </a:lnTo>
                  <a:close/>
                </a:path>
                <a:path w="1471929" h="4460240">
                  <a:moveTo>
                    <a:pt x="1382801" y="3493503"/>
                  </a:moveTo>
                  <a:lnTo>
                    <a:pt x="1471396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1382801" y="3493503"/>
                  </a:lnTo>
                  <a:close/>
                </a:path>
                <a:path w="1471929" h="4460240">
                  <a:moveTo>
                    <a:pt x="1419047" y="3431082"/>
                  </a:moveTo>
                  <a:lnTo>
                    <a:pt x="131837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1419047" y="3431082"/>
                  </a:lnTo>
                  <a:close/>
                </a:path>
                <a:path w="1471929" h="4460240">
                  <a:moveTo>
                    <a:pt x="1318374" y="3298190"/>
                  </a:moveTo>
                  <a:lnTo>
                    <a:pt x="1012317" y="3298190"/>
                  </a:lnTo>
                  <a:lnTo>
                    <a:pt x="1012317" y="1469898"/>
                  </a:lnTo>
                  <a:lnTo>
                    <a:pt x="1318374" y="1469898"/>
                  </a:lnTo>
                  <a:lnTo>
                    <a:pt x="1318374" y="3298190"/>
                  </a:lnTo>
                  <a:close/>
                </a:path>
                <a:path w="1471929" h="4460240">
                  <a:moveTo>
                    <a:pt x="1012304" y="1469885"/>
                  </a:moveTo>
                  <a:lnTo>
                    <a:pt x="1318361" y="1469885"/>
                  </a:lnTo>
                  <a:lnTo>
                    <a:pt x="1318361" y="1385316"/>
                  </a:lnTo>
                  <a:lnTo>
                    <a:pt x="1012304" y="1385316"/>
                  </a:lnTo>
                  <a:lnTo>
                    <a:pt x="1012304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81331" y="1883791"/>
              <a:ext cx="447624" cy="39527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01513" y="856195"/>
              <a:ext cx="1204595" cy="1034415"/>
            </a:xfrm>
            <a:custGeom>
              <a:avLst/>
              <a:gdLst/>
              <a:ahLst/>
              <a:cxnLst/>
              <a:rect l="l" t="t" r="r" b="b"/>
              <a:pathLst>
                <a:path w="1204595" h="1034414">
                  <a:moveTo>
                    <a:pt x="850595" y="816483"/>
                  </a:moveTo>
                  <a:lnTo>
                    <a:pt x="1156652" y="816483"/>
                  </a:lnTo>
                  <a:lnTo>
                    <a:pt x="1156652" y="1033945"/>
                  </a:lnTo>
                  <a:lnTo>
                    <a:pt x="850595" y="1033945"/>
                  </a:lnTo>
                  <a:lnTo>
                    <a:pt x="850595" y="816483"/>
                  </a:lnTo>
                  <a:close/>
                </a:path>
                <a:path w="1204595" h="1034414">
                  <a:moveTo>
                    <a:pt x="802779" y="723861"/>
                  </a:moveTo>
                  <a:lnTo>
                    <a:pt x="1204480" y="723861"/>
                  </a:lnTo>
                  <a:lnTo>
                    <a:pt x="1204480" y="816483"/>
                  </a:lnTo>
                  <a:lnTo>
                    <a:pt x="802779" y="816483"/>
                  </a:lnTo>
                  <a:lnTo>
                    <a:pt x="802779" y="723861"/>
                  </a:lnTo>
                  <a:close/>
                </a:path>
                <a:path w="1204595" h="1034414">
                  <a:moveTo>
                    <a:pt x="678827" y="443852"/>
                  </a:moveTo>
                  <a:lnTo>
                    <a:pt x="654532" y="443852"/>
                  </a:lnTo>
                  <a:lnTo>
                    <a:pt x="654532" y="65430"/>
                  </a:lnTo>
                  <a:lnTo>
                    <a:pt x="678827" y="65430"/>
                  </a:lnTo>
                  <a:lnTo>
                    <a:pt x="678827" y="443852"/>
                  </a:lnTo>
                  <a:close/>
                </a:path>
                <a:path w="1204595" h="1034414">
                  <a:moveTo>
                    <a:pt x="772325" y="443852"/>
                  </a:moveTo>
                  <a:lnTo>
                    <a:pt x="748042" y="443852"/>
                  </a:lnTo>
                  <a:lnTo>
                    <a:pt x="748042" y="65430"/>
                  </a:lnTo>
                  <a:lnTo>
                    <a:pt x="772325" y="65430"/>
                  </a:lnTo>
                  <a:lnTo>
                    <a:pt x="772325" y="443852"/>
                  </a:lnTo>
                  <a:close/>
                </a:path>
                <a:path w="1204595" h="1034414">
                  <a:moveTo>
                    <a:pt x="772325" y="433844"/>
                  </a:moveTo>
                  <a:lnTo>
                    <a:pt x="748042" y="433844"/>
                  </a:lnTo>
                  <a:lnTo>
                    <a:pt x="748042" y="55422"/>
                  </a:lnTo>
                  <a:lnTo>
                    <a:pt x="772325" y="55422"/>
                  </a:lnTo>
                  <a:lnTo>
                    <a:pt x="772325" y="433844"/>
                  </a:lnTo>
                  <a:close/>
                </a:path>
                <a:path w="1204595" h="1034414">
                  <a:moveTo>
                    <a:pt x="865835" y="433844"/>
                  </a:moveTo>
                  <a:lnTo>
                    <a:pt x="841540" y="433844"/>
                  </a:lnTo>
                  <a:lnTo>
                    <a:pt x="841540" y="55422"/>
                  </a:lnTo>
                  <a:lnTo>
                    <a:pt x="865835" y="55422"/>
                  </a:lnTo>
                  <a:lnTo>
                    <a:pt x="865835" y="433844"/>
                  </a:lnTo>
                  <a:close/>
                </a:path>
                <a:path w="1204595" h="1034414">
                  <a:moveTo>
                    <a:pt x="24295" y="453859"/>
                  </a:moveTo>
                  <a:lnTo>
                    <a:pt x="0" y="453859"/>
                  </a:lnTo>
                  <a:lnTo>
                    <a:pt x="0" y="75437"/>
                  </a:lnTo>
                  <a:lnTo>
                    <a:pt x="24295" y="75437"/>
                  </a:lnTo>
                  <a:lnTo>
                    <a:pt x="24295" y="453859"/>
                  </a:lnTo>
                  <a:close/>
                </a:path>
                <a:path w="1204595" h="1034414">
                  <a:moveTo>
                    <a:pt x="117792" y="453859"/>
                  </a:moveTo>
                  <a:lnTo>
                    <a:pt x="93510" y="453859"/>
                  </a:lnTo>
                  <a:lnTo>
                    <a:pt x="93510" y="75437"/>
                  </a:lnTo>
                  <a:lnTo>
                    <a:pt x="117792" y="75437"/>
                  </a:lnTo>
                  <a:lnTo>
                    <a:pt x="11779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07" y="453859"/>
                  </a:lnTo>
                  <a:lnTo>
                    <a:pt x="187007" y="75437"/>
                  </a:lnTo>
                  <a:lnTo>
                    <a:pt x="211302" y="75437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07" y="453859"/>
                  </a:lnTo>
                  <a:lnTo>
                    <a:pt x="187007" y="75437"/>
                  </a:lnTo>
                  <a:lnTo>
                    <a:pt x="211302" y="75437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304800" y="453859"/>
                  </a:moveTo>
                  <a:lnTo>
                    <a:pt x="280504" y="453859"/>
                  </a:lnTo>
                  <a:lnTo>
                    <a:pt x="280504" y="75437"/>
                  </a:lnTo>
                  <a:lnTo>
                    <a:pt x="304800" y="75437"/>
                  </a:lnTo>
                  <a:lnTo>
                    <a:pt x="304800" y="453859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98310" y="443852"/>
                  </a:moveTo>
                  <a:lnTo>
                    <a:pt x="374014" y="443852"/>
                  </a:lnTo>
                  <a:lnTo>
                    <a:pt x="374014" y="65430"/>
                  </a:lnTo>
                  <a:lnTo>
                    <a:pt x="398310" y="65430"/>
                  </a:lnTo>
                  <a:lnTo>
                    <a:pt x="398310" y="443852"/>
                  </a:lnTo>
                  <a:close/>
                </a:path>
                <a:path w="1204595" h="1034414">
                  <a:moveTo>
                    <a:pt x="1157160" y="466128"/>
                  </a:moveTo>
                  <a:lnTo>
                    <a:pt x="850099" y="466128"/>
                  </a:lnTo>
                  <a:lnTo>
                    <a:pt x="850099" y="264642"/>
                  </a:lnTo>
                  <a:lnTo>
                    <a:pt x="1157160" y="264642"/>
                  </a:lnTo>
                  <a:lnTo>
                    <a:pt x="1157160" y="466128"/>
                  </a:lnTo>
                  <a:close/>
                </a:path>
                <a:path w="1204595" h="1034414">
                  <a:moveTo>
                    <a:pt x="1156665" y="266915"/>
                  </a:moveTo>
                  <a:lnTo>
                    <a:pt x="850607" y="266915"/>
                  </a:lnTo>
                  <a:lnTo>
                    <a:pt x="850607" y="65430"/>
                  </a:lnTo>
                  <a:lnTo>
                    <a:pt x="1156665" y="65430"/>
                  </a:lnTo>
                  <a:lnTo>
                    <a:pt x="1156665" y="266915"/>
                  </a:lnTo>
                  <a:close/>
                </a:path>
                <a:path w="1204595" h="1034414">
                  <a:moveTo>
                    <a:pt x="1156665" y="67703"/>
                  </a:moveTo>
                  <a:lnTo>
                    <a:pt x="850595" y="67703"/>
                  </a:lnTo>
                  <a:lnTo>
                    <a:pt x="850595" y="0"/>
                  </a:lnTo>
                  <a:lnTo>
                    <a:pt x="1003630" y="0"/>
                  </a:lnTo>
                  <a:lnTo>
                    <a:pt x="1156665" y="0"/>
                  </a:lnTo>
                  <a:lnTo>
                    <a:pt x="1156665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15570" y="792454"/>
              <a:ext cx="379158" cy="7009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21920" y="764946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58" y="30162"/>
                  </a:moveTo>
                  <a:lnTo>
                    <a:pt x="0" y="30162"/>
                  </a:lnTo>
                  <a:lnTo>
                    <a:pt x="0" y="0"/>
                  </a:lnTo>
                  <a:lnTo>
                    <a:pt x="183222" y="0"/>
                  </a:lnTo>
                  <a:lnTo>
                    <a:pt x="366458" y="0"/>
                  </a:lnTo>
                  <a:lnTo>
                    <a:pt x="366458" y="301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15570" y="457199"/>
              <a:ext cx="379158" cy="3140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074909" y="887399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29" h="4460240">
                  <a:moveTo>
                    <a:pt x="1165339" y="2746476"/>
                  </a:moveTo>
                  <a:lnTo>
                    <a:pt x="0" y="2746476"/>
                  </a:lnTo>
                  <a:lnTo>
                    <a:pt x="0" y="1004252"/>
                  </a:lnTo>
                  <a:lnTo>
                    <a:pt x="1165339" y="1004252"/>
                  </a:lnTo>
                  <a:lnTo>
                    <a:pt x="1165339" y="2746476"/>
                  </a:lnTo>
                  <a:close/>
                </a:path>
                <a:path w="1471929" h="4460240">
                  <a:moveTo>
                    <a:pt x="577380" y="1307287"/>
                  </a:moveTo>
                  <a:lnTo>
                    <a:pt x="528583" y="1310867"/>
                  </a:lnTo>
                  <a:lnTo>
                    <a:pt x="482010" y="1321269"/>
                  </a:lnTo>
                  <a:lnTo>
                    <a:pt x="438170" y="1337980"/>
                  </a:lnTo>
                  <a:lnTo>
                    <a:pt x="397575" y="1360490"/>
                  </a:lnTo>
                  <a:lnTo>
                    <a:pt x="360736" y="1388288"/>
                  </a:lnTo>
                  <a:lnTo>
                    <a:pt x="328162" y="1420863"/>
                  </a:lnTo>
                  <a:lnTo>
                    <a:pt x="300366" y="1457704"/>
                  </a:lnTo>
                  <a:lnTo>
                    <a:pt x="277858" y="1498300"/>
                  </a:lnTo>
                  <a:lnTo>
                    <a:pt x="261148" y="1542141"/>
                  </a:lnTo>
                  <a:lnTo>
                    <a:pt x="250747" y="1588715"/>
                  </a:lnTo>
                  <a:lnTo>
                    <a:pt x="247167" y="1637512"/>
                  </a:lnTo>
                  <a:lnTo>
                    <a:pt x="247167" y="3031782"/>
                  </a:lnTo>
                  <a:lnTo>
                    <a:pt x="577380" y="3031782"/>
                  </a:lnTo>
                  <a:lnTo>
                    <a:pt x="907605" y="3031782"/>
                  </a:lnTo>
                  <a:lnTo>
                    <a:pt x="907605" y="1637512"/>
                  </a:lnTo>
                  <a:lnTo>
                    <a:pt x="904025" y="1588715"/>
                  </a:lnTo>
                  <a:lnTo>
                    <a:pt x="893624" y="1542141"/>
                  </a:lnTo>
                  <a:lnTo>
                    <a:pt x="876914" y="1498300"/>
                  </a:lnTo>
                  <a:lnTo>
                    <a:pt x="854405" y="1457704"/>
                  </a:lnTo>
                  <a:lnTo>
                    <a:pt x="826608" y="1420863"/>
                  </a:lnTo>
                  <a:lnTo>
                    <a:pt x="794034" y="1388288"/>
                  </a:lnTo>
                  <a:lnTo>
                    <a:pt x="757194" y="1360490"/>
                  </a:lnTo>
                  <a:lnTo>
                    <a:pt x="716597" y="1337980"/>
                  </a:lnTo>
                  <a:lnTo>
                    <a:pt x="672755" y="1321269"/>
                  </a:lnTo>
                  <a:lnTo>
                    <a:pt x="626179" y="1310867"/>
                  </a:lnTo>
                  <a:lnTo>
                    <a:pt x="577380" y="1307287"/>
                  </a:lnTo>
                  <a:close/>
                </a:path>
                <a:path w="1471929" h="4460240">
                  <a:moveTo>
                    <a:pt x="581418" y="1385316"/>
                  </a:moveTo>
                  <a:lnTo>
                    <a:pt x="535802" y="1389403"/>
                  </a:lnTo>
                  <a:lnTo>
                    <a:pt x="492880" y="1401188"/>
                  </a:lnTo>
                  <a:lnTo>
                    <a:pt x="453358" y="1419954"/>
                  </a:lnTo>
                  <a:lnTo>
                    <a:pt x="417950" y="1444984"/>
                  </a:lnTo>
                  <a:lnTo>
                    <a:pt x="387374" y="1475563"/>
                  </a:lnTo>
                  <a:lnTo>
                    <a:pt x="362346" y="1510972"/>
                  </a:lnTo>
                  <a:lnTo>
                    <a:pt x="343581" y="1550496"/>
                  </a:lnTo>
                  <a:lnTo>
                    <a:pt x="331797" y="1593419"/>
                  </a:lnTo>
                  <a:lnTo>
                    <a:pt x="327710" y="1639023"/>
                  </a:lnTo>
                  <a:lnTo>
                    <a:pt x="327710" y="2710230"/>
                  </a:lnTo>
                  <a:lnTo>
                    <a:pt x="581418" y="2710230"/>
                  </a:lnTo>
                  <a:lnTo>
                    <a:pt x="835113" y="2710230"/>
                  </a:lnTo>
                  <a:lnTo>
                    <a:pt x="835113" y="1639023"/>
                  </a:lnTo>
                  <a:lnTo>
                    <a:pt x="831026" y="1593419"/>
                  </a:lnTo>
                  <a:lnTo>
                    <a:pt x="819241" y="1550496"/>
                  </a:lnTo>
                  <a:lnTo>
                    <a:pt x="800475" y="1510972"/>
                  </a:lnTo>
                  <a:lnTo>
                    <a:pt x="775446" y="1475563"/>
                  </a:lnTo>
                  <a:lnTo>
                    <a:pt x="744868" y="1444984"/>
                  </a:lnTo>
                  <a:lnTo>
                    <a:pt x="709461" y="1419954"/>
                  </a:lnTo>
                  <a:lnTo>
                    <a:pt x="669938" y="1401188"/>
                  </a:lnTo>
                  <a:lnTo>
                    <a:pt x="627019" y="1389403"/>
                  </a:lnTo>
                  <a:lnTo>
                    <a:pt x="581418" y="1385316"/>
                  </a:lnTo>
                  <a:close/>
                </a:path>
                <a:path w="1471929" h="4460240">
                  <a:moveTo>
                    <a:pt x="835113" y="1708619"/>
                  </a:moveTo>
                  <a:lnTo>
                    <a:pt x="327698" y="1708619"/>
                  </a:lnTo>
                  <a:lnTo>
                    <a:pt x="327698" y="1642173"/>
                  </a:lnTo>
                  <a:lnTo>
                    <a:pt x="835113" y="1642173"/>
                  </a:lnTo>
                  <a:lnTo>
                    <a:pt x="835113" y="1708619"/>
                  </a:lnTo>
                  <a:close/>
                </a:path>
                <a:path w="1471929" h="4460240">
                  <a:moveTo>
                    <a:pt x="543598" y="2710230"/>
                  </a:moveTo>
                  <a:lnTo>
                    <a:pt x="510374" y="2710230"/>
                  </a:lnTo>
                  <a:lnTo>
                    <a:pt x="510374" y="1708365"/>
                  </a:lnTo>
                  <a:lnTo>
                    <a:pt x="543598" y="1708365"/>
                  </a:lnTo>
                  <a:lnTo>
                    <a:pt x="543598" y="2710230"/>
                  </a:lnTo>
                  <a:close/>
                </a:path>
                <a:path w="1471929" h="4460240">
                  <a:moveTo>
                    <a:pt x="667550" y="2710230"/>
                  </a:moveTo>
                  <a:lnTo>
                    <a:pt x="634326" y="2710230"/>
                  </a:lnTo>
                  <a:lnTo>
                    <a:pt x="634326" y="1708365"/>
                  </a:lnTo>
                  <a:lnTo>
                    <a:pt x="667550" y="1708365"/>
                  </a:lnTo>
                  <a:lnTo>
                    <a:pt x="667550" y="2710230"/>
                  </a:lnTo>
                  <a:close/>
                </a:path>
                <a:path w="1471929" h="4460240">
                  <a:moveTo>
                    <a:pt x="791514" y="2710230"/>
                  </a:moveTo>
                  <a:lnTo>
                    <a:pt x="758291" y="2710230"/>
                  </a:lnTo>
                  <a:lnTo>
                    <a:pt x="758291" y="1708365"/>
                  </a:lnTo>
                  <a:lnTo>
                    <a:pt x="791514" y="1708365"/>
                  </a:lnTo>
                  <a:lnTo>
                    <a:pt x="791514" y="2710230"/>
                  </a:lnTo>
                  <a:close/>
                </a:path>
                <a:path w="1471929" h="4460240">
                  <a:moveTo>
                    <a:pt x="419633" y="2710230"/>
                  </a:moveTo>
                  <a:lnTo>
                    <a:pt x="386410" y="2710230"/>
                  </a:lnTo>
                  <a:lnTo>
                    <a:pt x="386410" y="1708365"/>
                  </a:lnTo>
                  <a:lnTo>
                    <a:pt x="419633" y="1708365"/>
                  </a:lnTo>
                  <a:lnTo>
                    <a:pt x="419633" y="2710230"/>
                  </a:lnTo>
                  <a:close/>
                </a:path>
                <a:path w="1471929" h="4460240">
                  <a:moveTo>
                    <a:pt x="1011301" y="4097566"/>
                  </a:moveTo>
                  <a:lnTo>
                    <a:pt x="143459" y="4097566"/>
                  </a:lnTo>
                  <a:lnTo>
                    <a:pt x="143459" y="3331413"/>
                  </a:lnTo>
                  <a:lnTo>
                    <a:pt x="1011301" y="3331413"/>
                  </a:lnTo>
                  <a:lnTo>
                    <a:pt x="1011301" y="4097566"/>
                  </a:lnTo>
                  <a:close/>
                </a:path>
                <a:path w="1471929" h="4460240">
                  <a:moveTo>
                    <a:pt x="1011301" y="3331413"/>
                  </a:moveTo>
                  <a:lnTo>
                    <a:pt x="143459" y="3331413"/>
                  </a:lnTo>
                  <a:lnTo>
                    <a:pt x="143459" y="2871317"/>
                  </a:lnTo>
                  <a:lnTo>
                    <a:pt x="1011301" y="2871317"/>
                  </a:lnTo>
                  <a:lnTo>
                    <a:pt x="1011301" y="3331413"/>
                  </a:lnTo>
                  <a:close/>
                </a:path>
                <a:path w="1471929" h="4460240">
                  <a:moveTo>
                    <a:pt x="1419047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419047" y="4097566"/>
                  </a:lnTo>
                  <a:lnTo>
                    <a:pt x="1419047" y="4459998"/>
                  </a:lnTo>
                  <a:close/>
                </a:path>
                <a:path w="1471929" h="4460240">
                  <a:moveTo>
                    <a:pt x="947877" y="3493503"/>
                  </a:moveTo>
                  <a:lnTo>
                    <a:pt x="859282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947877" y="3493503"/>
                  </a:lnTo>
                  <a:close/>
                </a:path>
                <a:path w="1471929" h="4460240">
                  <a:moveTo>
                    <a:pt x="911631" y="3431082"/>
                  </a:moveTo>
                  <a:lnTo>
                    <a:pt x="101230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911631" y="3431082"/>
                  </a:lnTo>
                  <a:close/>
                </a:path>
                <a:path w="1471929" h="4460240">
                  <a:moveTo>
                    <a:pt x="911631" y="4459998"/>
                  </a:moveTo>
                  <a:lnTo>
                    <a:pt x="243128" y="4459998"/>
                  </a:lnTo>
                  <a:lnTo>
                    <a:pt x="243128" y="4097566"/>
                  </a:lnTo>
                  <a:lnTo>
                    <a:pt x="911631" y="4097566"/>
                  </a:lnTo>
                  <a:lnTo>
                    <a:pt x="911631" y="4459998"/>
                  </a:lnTo>
                  <a:close/>
                </a:path>
                <a:path w="1471929" h="4460240">
                  <a:moveTo>
                    <a:pt x="577380" y="3000184"/>
                  </a:moveTo>
                  <a:lnTo>
                    <a:pt x="531779" y="3004272"/>
                  </a:lnTo>
                  <a:lnTo>
                    <a:pt x="488858" y="3016056"/>
                  </a:lnTo>
                  <a:lnTo>
                    <a:pt x="449334" y="3034822"/>
                  </a:lnTo>
                  <a:lnTo>
                    <a:pt x="413924" y="3059852"/>
                  </a:lnTo>
                  <a:lnTo>
                    <a:pt x="383345" y="3090429"/>
                  </a:lnTo>
                  <a:lnTo>
                    <a:pt x="358313" y="3125837"/>
                  </a:lnTo>
                  <a:lnTo>
                    <a:pt x="339546" y="3165359"/>
                  </a:lnTo>
                  <a:lnTo>
                    <a:pt x="327760" y="3208279"/>
                  </a:lnTo>
                  <a:lnTo>
                    <a:pt x="323672" y="3253879"/>
                  </a:lnTo>
                  <a:lnTo>
                    <a:pt x="323672" y="4097566"/>
                  </a:lnTo>
                  <a:lnTo>
                    <a:pt x="577380" y="4097566"/>
                  </a:lnTo>
                  <a:lnTo>
                    <a:pt x="831088" y="4097566"/>
                  </a:lnTo>
                  <a:lnTo>
                    <a:pt x="831088" y="3253879"/>
                  </a:lnTo>
                  <a:lnTo>
                    <a:pt x="827000" y="3208279"/>
                  </a:lnTo>
                  <a:lnTo>
                    <a:pt x="815215" y="3165359"/>
                  </a:lnTo>
                  <a:lnTo>
                    <a:pt x="796449" y="3125837"/>
                  </a:lnTo>
                  <a:lnTo>
                    <a:pt x="771419" y="3090429"/>
                  </a:lnTo>
                  <a:lnTo>
                    <a:pt x="740840" y="3059852"/>
                  </a:lnTo>
                  <a:lnTo>
                    <a:pt x="705431" y="3034822"/>
                  </a:lnTo>
                  <a:lnTo>
                    <a:pt x="665907" y="3016056"/>
                  </a:lnTo>
                  <a:lnTo>
                    <a:pt x="622984" y="3004272"/>
                  </a:lnTo>
                  <a:lnTo>
                    <a:pt x="577380" y="3000184"/>
                  </a:lnTo>
                  <a:close/>
                </a:path>
                <a:path w="1471929" h="4460240">
                  <a:moveTo>
                    <a:pt x="831088" y="3364636"/>
                  </a:moveTo>
                  <a:lnTo>
                    <a:pt x="323672" y="3364636"/>
                  </a:lnTo>
                  <a:lnTo>
                    <a:pt x="323672" y="3298190"/>
                  </a:lnTo>
                  <a:lnTo>
                    <a:pt x="831088" y="3298190"/>
                  </a:lnTo>
                  <a:lnTo>
                    <a:pt x="831088" y="3364636"/>
                  </a:lnTo>
                  <a:close/>
                </a:path>
                <a:path w="1471929" h="4460240">
                  <a:moveTo>
                    <a:pt x="539572" y="4109389"/>
                  </a:moveTo>
                  <a:lnTo>
                    <a:pt x="506349" y="4109389"/>
                  </a:lnTo>
                  <a:lnTo>
                    <a:pt x="506349" y="3364382"/>
                  </a:lnTo>
                  <a:lnTo>
                    <a:pt x="539572" y="3364382"/>
                  </a:lnTo>
                  <a:lnTo>
                    <a:pt x="539572" y="4109389"/>
                  </a:lnTo>
                  <a:close/>
                </a:path>
                <a:path w="1471929" h="4460240">
                  <a:moveTo>
                    <a:pt x="663524" y="4109389"/>
                  </a:moveTo>
                  <a:lnTo>
                    <a:pt x="630301" y="4109389"/>
                  </a:lnTo>
                  <a:lnTo>
                    <a:pt x="630301" y="3364382"/>
                  </a:lnTo>
                  <a:lnTo>
                    <a:pt x="663524" y="3364382"/>
                  </a:lnTo>
                  <a:lnTo>
                    <a:pt x="663524" y="4109389"/>
                  </a:lnTo>
                  <a:close/>
                </a:path>
                <a:path w="1471929" h="4460240">
                  <a:moveTo>
                    <a:pt x="787488" y="4109389"/>
                  </a:moveTo>
                  <a:lnTo>
                    <a:pt x="754265" y="4109389"/>
                  </a:lnTo>
                  <a:lnTo>
                    <a:pt x="754265" y="3364382"/>
                  </a:lnTo>
                  <a:lnTo>
                    <a:pt x="787488" y="3364382"/>
                  </a:lnTo>
                  <a:lnTo>
                    <a:pt x="787488" y="4109389"/>
                  </a:lnTo>
                  <a:close/>
                </a:path>
                <a:path w="1471929" h="4460240">
                  <a:moveTo>
                    <a:pt x="415607" y="4109389"/>
                  </a:moveTo>
                  <a:lnTo>
                    <a:pt x="382384" y="4109389"/>
                  </a:lnTo>
                  <a:lnTo>
                    <a:pt x="382384" y="3364382"/>
                  </a:lnTo>
                  <a:lnTo>
                    <a:pt x="415607" y="3364382"/>
                  </a:lnTo>
                  <a:lnTo>
                    <a:pt x="415607" y="4109389"/>
                  </a:lnTo>
                  <a:close/>
                </a:path>
                <a:path w="1471929" h="4460240">
                  <a:moveTo>
                    <a:pt x="1011301" y="2871317"/>
                  </a:moveTo>
                  <a:lnTo>
                    <a:pt x="143459" y="2871317"/>
                  </a:lnTo>
                  <a:lnTo>
                    <a:pt x="143459" y="2790774"/>
                  </a:lnTo>
                  <a:lnTo>
                    <a:pt x="1011301" y="2790774"/>
                  </a:lnTo>
                  <a:lnTo>
                    <a:pt x="1011301" y="2871317"/>
                  </a:lnTo>
                  <a:close/>
                </a:path>
                <a:path w="1471929" h="4460240">
                  <a:moveTo>
                    <a:pt x="804405" y="2871317"/>
                  </a:moveTo>
                  <a:lnTo>
                    <a:pt x="350354" y="2871317"/>
                  </a:lnTo>
                  <a:lnTo>
                    <a:pt x="350354" y="2790774"/>
                  </a:lnTo>
                  <a:lnTo>
                    <a:pt x="804405" y="2790774"/>
                  </a:lnTo>
                  <a:lnTo>
                    <a:pt x="804405" y="2871317"/>
                  </a:lnTo>
                  <a:close/>
                </a:path>
                <a:path w="1471929" h="4460240">
                  <a:moveTo>
                    <a:pt x="1011301" y="2790774"/>
                  </a:moveTo>
                  <a:lnTo>
                    <a:pt x="143459" y="2790774"/>
                  </a:lnTo>
                  <a:lnTo>
                    <a:pt x="143459" y="2746476"/>
                  </a:lnTo>
                  <a:lnTo>
                    <a:pt x="1011301" y="2746476"/>
                  </a:lnTo>
                  <a:lnTo>
                    <a:pt x="1011301" y="2790774"/>
                  </a:lnTo>
                  <a:close/>
                </a:path>
                <a:path w="1471929" h="4460240">
                  <a:moveTo>
                    <a:pt x="143459" y="2746476"/>
                  </a:moveTo>
                  <a:lnTo>
                    <a:pt x="1011301" y="2746476"/>
                  </a:lnTo>
                  <a:lnTo>
                    <a:pt x="1011301" y="2452497"/>
                  </a:lnTo>
                  <a:lnTo>
                    <a:pt x="143459" y="2452497"/>
                  </a:lnTo>
                  <a:lnTo>
                    <a:pt x="143459" y="2746476"/>
                  </a:lnTo>
                  <a:close/>
                </a:path>
                <a:path w="1471929" h="4460240">
                  <a:moveTo>
                    <a:pt x="853744" y="2682036"/>
                  </a:moveTo>
                  <a:lnTo>
                    <a:pt x="309092" y="2682036"/>
                  </a:lnTo>
                  <a:lnTo>
                    <a:pt x="309092" y="2518943"/>
                  </a:lnTo>
                  <a:lnTo>
                    <a:pt x="853744" y="2518943"/>
                  </a:lnTo>
                  <a:lnTo>
                    <a:pt x="853744" y="2682036"/>
                  </a:lnTo>
                  <a:close/>
                </a:path>
                <a:path w="1471929" h="4460240">
                  <a:moveTo>
                    <a:pt x="333248" y="1720138"/>
                  </a:moveTo>
                  <a:lnTo>
                    <a:pt x="153035" y="1720138"/>
                  </a:lnTo>
                  <a:lnTo>
                    <a:pt x="153035" y="1630667"/>
                  </a:lnTo>
                  <a:lnTo>
                    <a:pt x="333248" y="1630667"/>
                  </a:lnTo>
                  <a:lnTo>
                    <a:pt x="333248" y="1720138"/>
                  </a:lnTo>
                  <a:close/>
                </a:path>
                <a:path w="1471929" h="4460240">
                  <a:moveTo>
                    <a:pt x="1015326" y="1720138"/>
                  </a:moveTo>
                  <a:lnTo>
                    <a:pt x="835113" y="1720138"/>
                  </a:lnTo>
                  <a:lnTo>
                    <a:pt x="835113" y="1630667"/>
                  </a:lnTo>
                  <a:lnTo>
                    <a:pt x="1015326" y="1630667"/>
                  </a:lnTo>
                  <a:lnTo>
                    <a:pt x="1015326" y="1720138"/>
                  </a:lnTo>
                  <a:close/>
                </a:path>
                <a:path w="1471929" h="4460240">
                  <a:moveTo>
                    <a:pt x="626148" y="1397393"/>
                  </a:moveTo>
                  <a:lnTo>
                    <a:pt x="536676" y="1397393"/>
                  </a:lnTo>
                  <a:lnTo>
                    <a:pt x="536676" y="1217180"/>
                  </a:lnTo>
                  <a:lnTo>
                    <a:pt x="626148" y="1217180"/>
                  </a:lnTo>
                  <a:lnTo>
                    <a:pt x="626148" y="1397393"/>
                  </a:lnTo>
                  <a:close/>
                </a:path>
                <a:path w="1471929" h="4460240">
                  <a:moveTo>
                    <a:pt x="1165339" y="1003249"/>
                  </a:moveTo>
                  <a:lnTo>
                    <a:pt x="0" y="1003249"/>
                  </a:lnTo>
                  <a:lnTo>
                    <a:pt x="0" y="738974"/>
                  </a:lnTo>
                  <a:lnTo>
                    <a:pt x="1165339" y="738974"/>
                  </a:lnTo>
                  <a:lnTo>
                    <a:pt x="1165339" y="1003249"/>
                  </a:lnTo>
                  <a:close/>
                </a:path>
                <a:path w="1471929" h="4460240">
                  <a:moveTo>
                    <a:pt x="1165339" y="737958"/>
                  </a:moveTo>
                  <a:lnTo>
                    <a:pt x="0" y="737958"/>
                  </a:lnTo>
                  <a:lnTo>
                    <a:pt x="0" y="536600"/>
                  </a:lnTo>
                  <a:lnTo>
                    <a:pt x="1165339" y="536600"/>
                  </a:lnTo>
                  <a:lnTo>
                    <a:pt x="1165339" y="737958"/>
                  </a:lnTo>
                  <a:close/>
                </a:path>
                <a:path w="1471929" h="4460240">
                  <a:moveTo>
                    <a:pt x="644842" y="658926"/>
                  </a:moveTo>
                  <a:lnTo>
                    <a:pt x="517982" y="658926"/>
                  </a:lnTo>
                  <a:lnTo>
                    <a:pt x="517982" y="591972"/>
                  </a:lnTo>
                  <a:lnTo>
                    <a:pt x="644842" y="591972"/>
                  </a:lnTo>
                  <a:lnTo>
                    <a:pt x="644842" y="658926"/>
                  </a:lnTo>
                  <a:close/>
                </a:path>
                <a:path w="1471929" h="4460240">
                  <a:moveTo>
                    <a:pt x="931519" y="658926"/>
                  </a:moveTo>
                  <a:lnTo>
                    <a:pt x="804672" y="658926"/>
                  </a:lnTo>
                  <a:lnTo>
                    <a:pt x="804672" y="591972"/>
                  </a:lnTo>
                  <a:lnTo>
                    <a:pt x="931519" y="591972"/>
                  </a:lnTo>
                  <a:lnTo>
                    <a:pt x="931519" y="658926"/>
                  </a:lnTo>
                  <a:close/>
                </a:path>
                <a:path w="1471929" h="4460240">
                  <a:moveTo>
                    <a:pt x="1165339" y="658926"/>
                  </a:moveTo>
                  <a:lnTo>
                    <a:pt x="1091336" y="658926"/>
                  </a:lnTo>
                  <a:lnTo>
                    <a:pt x="1091336" y="591972"/>
                  </a:lnTo>
                  <a:lnTo>
                    <a:pt x="1165339" y="591972"/>
                  </a:lnTo>
                  <a:lnTo>
                    <a:pt x="1165339" y="658926"/>
                  </a:lnTo>
                  <a:close/>
                </a:path>
                <a:path w="1471929" h="4460240">
                  <a:moveTo>
                    <a:pt x="233819" y="591985"/>
                  </a:moveTo>
                  <a:lnTo>
                    <a:pt x="360679" y="591985"/>
                  </a:lnTo>
                  <a:lnTo>
                    <a:pt x="360679" y="658939"/>
                  </a:lnTo>
                  <a:lnTo>
                    <a:pt x="233819" y="658939"/>
                  </a:lnTo>
                  <a:lnTo>
                    <a:pt x="233819" y="591985"/>
                  </a:lnTo>
                  <a:close/>
                </a:path>
                <a:path w="1471929" h="4460240">
                  <a:moveTo>
                    <a:pt x="0" y="591985"/>
                  </a:moveTo>
                  <a:lnTo>
                    <a:pt x="74002" y="591985"/>
                  </a:lnTo>
                  <a:lnTo>
                    <a:pt x="74002" y="658939"/>
                  </a:lnTo>
                  <a:lnTo>
                    <a:pt x="0" y="658939"/>
                  </a:lnTo>
                  <a:lnTo>
                    <a:pt x="0" y="591985"/>
                  </a:lnTo>
                  <a:close/>
                </a:path>
                <a:path w="1471929" h="4460240">
                  <a:moveTo>
                    <a:pt x="1165339" y="535597"/>
                  </a:moveTo>
                  <a:lnTo>
                    <a:pt x="0" y="535597"/>
                  </a:lnTo>
                  <a:lnTo>
                    <a:pt x="0" y="434924"/>
                  </a:lnTo>
                  <a:lnTo>
                    <a:pt x="1165339" y="434924"/>
                  </a:lnTo>
                  <a:lnTo>
                    <a:pt x="1165339" y="535597"/>
                  </a:lnTo>
                  <a:close/>
                </a:path>
                <a:path w="1471929" h="4460240">
                  <a:moveTo>
                    <a:pt x="1056614" y="434924"/>
                  </a:moveTo>
                  <a:lnTo>
                    <a:pt x="132651" y="434924"/>
                  </a:lnTo>
                  <a:lnTo>
                    <a:pt x="132651" y="334251"/>
                  </a:lnTo>
                  <a:lnTo>
                    <a:pt x="1056614" y="334251"/>
                  </a:lnTo>
                  <a:lnTo>
                    <a:pt x="1056614" y="434924"/>
                  </a:lnTo>
                  <a:close/>
                </a:path>
                <a:path w="1471929" h="4460240">
                  <a:moveTo>
                    <a:pt x="1056614" y="68465"/>
                  </a:moveTo>
                  <a:lnTo>
                    <a:pt x="132651" y="68465"/>
                  </a:lnTo>
                  <a:lnTo>
                    <a:pt x="132651" y="0"/>
                  </a:lnTo>
                  <a:lnTo>
                    <a:pt x="1056614" y="0"/>
                  </a:lnTo>
                  <a:lnTo>
                    <a:pt x="1056614" y="68465"/>
                  </a:lnTo>
                  <a:close/>
                </a:path>
                <a:path w="1471929" h="4460240">
                  <a:moveTo>
                    <a:pt x="560019" y="412648"/>
                  </a:moveTo>
                  <a:lnTo>
                    <a:pt x="535724" y="412648"/>
                  </a:lnTo>
                  <a:lnTo>
                    <a:pt x="535724" y="34226"/>
                  </a:lnTo>
                  <a:lnTo>
                    <a:pt x="560019" y="34226"/>
                  </a:lnTo>
                  <a:lnTo>
                    <a:pt x="560019" y="412648"/>
                  </a:lnTo>
                  <a:close/>
                </a:path>
                <a:path w="1471929" h="4460240">
                  <a:moveTo>
                    <a:pt x="653516" y="412648"/>
                  </a:moveTo>
                  <a:lnTo>
                    <a:pt x="629221" y="412648"/>
                  </a:lnTo>
                  <a:lnTo>
                    <a:pt x="629221" y="34226"/>
                  </a:lnTo>
                  <a:lnTo>
                    <a:pt x="653516" y="34226"/>
                  </a:lnTo>
                  <a:lnTo>
                    <a:pt x="653516" y="412648"/>
                  </a:lnTo>
                  <a:close/>
                </a:path>
                <a:path w="1471929" h="4460240">
                  <a:moveTo>
                    <a:pt x="747026" y="412648"/>
                  </a:moveTo>
                  <a:lnTo>
                    <a:pt x="722744" y="412648"/>
                  </a:lnTo>
                  <a:lnTo>
                    <a:pt x="722744" y="34226"/>
                  </a:lnTo>
                  <a:lnTo>
                    <a:pt x="747026" y="34226"/>
                  </a:lnTo>
                  <a:lnTo>
                    <a:pt x="747026" y="412648"/>
                  </a:lnTo>
                  <a:close/>
                </a:path>
                <a:path w="1471929" h="4460240">
                  <a:moveTo>
                    <a:pt x="840524" y="412648"/>
                  </a:moveTo>
                  <a:lnTo>
                    <a:pt x="816228" y="412648"/>
                  </a:lnTo>
                  <a:lnTo>
                    <a:pt x="816228" y="34226"/>
                  </a:lnTo>
                  <a:lnTo>
                    <a:pt x="840524" y="34226"/>
                  </a:lnTo>
                  <a:lnTo>
                    <a:pt x="840524" y="412648"/>
                  </a:lnTo>
                  <a:close/>
                </a:path>
                <a:path w="1471929" h="4460240">
                  <a:moveTo>
                    <a:pt x="1382801" y="4097566"/>
                  </a:moveTo>
                  <a:lnTo>
                    <a:pt x="947877" y="4097566"/>
                  </a:lnTo>
                  <a:lnTo>
                    <a:pt x="947877" y="3493503"/>
                  </a:lnTo>
                  <a:lnTo>
                    <a:pt x="1382801" y="3493503"/>
                  </a:lnTo>
                  <a:lnTo>
                    <a:pt x="1382801" y="4097566"/>
                  </a:lnTo>
                  <a:close/>
                </a:path>
                <a:path w="1471929" h="4460240">
                  <a:moveTo>
                    <a:pt x="1382801" y="3493503"/>
                  </a:moveTo>
                  <a:lnTo>
                    <a:pt x="1471396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1382801" y="3493503"/>
                  </a:lnTo>
                  <a:close/>
                </a:path>
                <a:path w="1471929" h="4460240">
                  <a:moveTo>
                    <a:pt x="1419047" y="3431082"/>
                  </a:moveTo>
                  <a:lnTo>
                    <a:pt x="1318361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1419047" y="3431082"/>
                  </a:lnTo>
                  <a:close/>
                </a:path>
                <a:path w="1471929" h="4460240">
                  <a:moveTo>
                    <a:pt x="1318361" y="3298190"/>
                  </a:moveTo>
                  <a:lnTo>
                    <a:pt x="1012304" y="3298190"/>
                  </a:lnTo>
                  <a:lnTo>
                    <a:pt x="1012304" y="1469898"/>
                  </a:lnTo>
                  <a:lnTo>
                    <a:pt x="1318361" y="1469898"/>
                  </a:lnTo>
                  <a:lnTo>
                    <a:pt x="1318361" y="3298190"/>
                  </a:lnTo>
                  <a:close/>
                </a:path>
                <a:path w="1471929" h="4460240">
                  <a:moveTo>
                    <a:pt x="1012304" y="1469885"/>
                  </a:moveTo>
                  <a:lnTo>
                    <a:pt x="1318361" y="1469885"/>
                  </a:lnTo>
                  <a:lnTo>
                    <a:pt x="1318361" y="1385316"/>
                  </a:lnTo>
                  <a:lnTo>
                    <a:pt x="1012304" y="1385316"/>
                  </a:lnTo>
                  <a:lnTo>
                    <a:pt x="1012304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16437" y="1883799"/>
              <a:ext cx="447624" cy="39526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236619" y="856192"/>
              <a:ext cx="1204595" cy="1034415"/>
            </a:xfrm>
            <a:custGeom>
              <a:avLst/>
              <a:gdLst/>
              <a:ahLst/>
              <a:cxnLst/>
              <a:rect l="l" t="t" r="r" b="b"/>
              <a:pathLst>
                <a:path w="1204595" h="1034414">
                  <a:moveTo>
                    <a:pt x="850595" y="816495"/>
                  </a:moveTo>
                  <a:lnTo>
                    <a:pt x="1156652" y="816495"/>
                  </a:lnTo>
                  <a:lnTo>
                    <a:pt x="1156652" y="1033957"/>
                  </a:lnTo>
                  <a:lnTo>
                    <a:pt x="850595" y="1033957"/>
                  </a:lnTo>
                  <a:lnTo>
                    <a:pt x="850595" y="816495"/>
                  </a:lnTo>
                  <a:close/>
                </a:path>
                <a:path w="1204595" h="1034414">
                  <a:moveTo>
                    <a:pt x="802779" y="723861"/>
                  </a:moveTo>
                  <a:lnTo>
                    <a:pt x="1204480" y="723861"/>
                  </a:lnTo>
                  <a:lnTo>
                    <a:pt x="1204480" y="816483"/>
                  </a:lnTo>
                  <a:lnTo>
                    <a:pt x="802779" y="816483"/>
                  </a:lnTo>
                  <a:lnTo>
                    <a:pt x="802779" y="723861"/>
                  </a:lnTo>
                  <a:close/>
                </a:path>
                <a:path w="1204595" h="1034414">
                  <a:moveTo>
                    <a:pt x="678815" y="443852"/>
                  </a:moveTo>
                  <a:lnTo>
                    <a:pt x="654519" y="443852"/>
                  </a:lnTo>
                  <a:lnTo>
                    <a:pt x="654519" y="65430"/>
                  </a:lnTo>
                  <a:lnTo>
                    <a:pt x="678815" y="65430"/>
                  </a:lnTo>
                  <a:lnTo>
                    <a:pt x="678815" y="443852"/>
                  </a:lnTo>
                  <a:close/>
                </a:path>
                <a:path w="1204595" h="1034414">
                  <a:moveTo>
                    <a:pt x="772325" y="443852"/>
                  </a:moveTo>
                  <a:lnTo>
                    <a:pt x="748042" y="443852"/>
                  </a:lnTo>
                  <a:lnTo>
                    <a:pt x="748042" y="65430"/>
                  </a:lnTo>
                  <a:lnTo>
                    <a:pt x="772325" y="65430"/>
                  </a:lnTo>
                  <a:lnTo>
                    <a:pt x="772325" y="443852"/>
                  </a:lnTo>
                  <a:close/>
                </a:path>
                <a:path w="1204595" h="1034414">
                  <a:moveTo>
                    <a:pt x="772325" y="433857"/>
                  </a:moveTo>
                  <a:lnTo>
                    <a:pt x="748042" y="433857"/>
                  </a:lnTo>
                  <a:lnTo>
                    <a:pt x="748042" y="55435"/>
                  </a:lnTo>
                  <a:lnTo>
                    <a:pt x="772325" y="55435"/>
                  </a:lnTo>
                  <a:lnTo>
                    <a:pt x="772325" y="433857"/>
                  </a:lnTo>
                  <a:close/>
                </a:path>
                <a:path w="1204595" h="1034414">
                  <a:moveTo>
                    <a:pt x="865822" y="433857"/>
                  </a:moveTo>
                  <a:lnTo>
                    <a:pt x="841527" y="433857"/>
                  </a:lnTo>
                  <a:lnTo>
                    <a:pt x="841527" y="55435"/>
                  </a:lnTo>
                  <a:lnTo>
                    <a:pt x="865822" y="55435"/>
                  </a:lnTo>
                  <a:lnTo>
                    <a:pt x="865822" y="433857"/>
                  </a:lnTo>
                  <a:close/>
                </a:path>
                <a:path w="1204595" h="1034414">
                  <a:moveTo>
                    <a:pt x="24295" y="453859"/>
                  </a:moveTo>
                  <a:lnTo>
                    <a:pt x="0" y="453859"/>
                  </a:lnTo>
                  <a:lnTo>
                    <a:pt x="0" y="75438"/>
                  </a:lnTo>
                  <a:lnTo>
                    <a:pt x="24295" y="75438"/>
                  </a:lnTo>
                  <a:lnTo>
                    <a:pt x="24295" y="453859"/>
                  </a:lnTo>
                  <a:close/>
                </a:path>
                <a:path w="1204595" h="1034414">
                  <a:moveTo>
                    <a:pt x="117792" y="453859"/>
                  </a:moveTo>
                  <a:lnTo>
                    <a:pt x="93510" y="453859"/>
                  </a:lnTo>
                  <a:lnTo>
                    <a:pt x="93510" y="75438"/>
                  </a:lnTo>
                  <a:lnTo>
                    <a:pt x="117792" y="75438"/>
                  </a:lnTo>
                  <a:lnTo>
                    <a:pt x="11779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07" y="453859"/>
                  </a:lnTo>
                  <a:lnTo>
                    <a:pt x="187007" y="75438"/>
                  </a:lnTo>
                  <a:lnTo>
                    <a:pt x="211302" y="75438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07" y="453859"/>
                  </a:lnTo>
                  <a:lnTo>
                    <a:pt x="187007" y="75438"/>
                  </a:lnTo>
                  <a:lnTo>
                    <a:pt x="211302" y="75438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304800" y="453859"/>
                  </a:moveTo>
                  <a:lnTo>
                    <a:pt x="280504" y="453859"/>
                  </a:lnTo>
                  <a:lnTo>
                    <a:pt x="280504" y="75438"/>
                  </a:lnTo>
                  <a:lnTo>
                    <a:pt x="304800" y="75438"/>
                  </a:lnTo>
                  <a:lnTo>
                    <a:pt x="304800" y="453859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98310" y="443852"/>
                  </a:moveTo>
                  <a:lnTo>
                    <a:pt x="374015" y="443852"/>
                  </a:lnTo>
                  <a:lnTo>
                    <a:pt x="374015" y="65430"/>
                  </a:lnTo>
                  <a:lnTo>
                    <a:pt x="398310" y="65430"/>
                  </a:lnTo>
                  <a:lnTo>
                    <a:pt x="398310" y="443852"/>
                  </a:lnTo>
                  <a:close/>
                </a:path>
                <a:path w="1204595" h="1034414">
                  <a:moveTo>
                    <a:pt x="1157160" y="466128"/>
                  </a:moveTo>
                  <a:lnTo>
                    <a:pt x="850099" y="466128"/>
                  </a:lnTo>
                  <a:lnTo>
                    <a:pt x="850099" y="264642"/>
                  </a:lnTo>
                  <a:lnTo>
                    <a:pt x="1157160" y="264642"/>
                  </a:lnTo>
                  <a:lnTo>
                    <a:pt x="1157160" y="466128"/>
                  </a:lnTo>
                  <a:close/>
                </a:path>
                <a:path w="1204595" h="1034414">
                  <a:moveTo>
                    <a:pt x="1156652" y="266915"/>
                  </a:moveTo>
                  <a:lnTo>
                    <a:pt x="850595" y="266915"/>
                  </a:lnTo>
                  <a:lnTo>
                    <a:pt x="850595" y="65430"/>
                  </a:lnTo>
                  <a:lnTo>
                    <a:pt x="1156652" y="65430"/>
                  </a:lnTo>
                  <a:lnTo>
                    <a:pt x="1156652" y="266915"/>
                  </a:lnTo>
                  <a:close/>
                </a:path>
                <a:path w="1204595" h="1034414">
                  <a:moveTo>
                    <a:pt x="1156652" y="67703"/>
                  </a:moveTo>
                  <a:lnTo>
                    <a:pt x="850595" y="67703"/>
                  </a:lnTo>
                  <a:lnTo>
                    <a:pt x="850595" y="0"/>
                  </a:lnTo>
                  <a:lnTo>
                    <a:pt x="1003630" y="0"/>
                  </a:lnTo>
                  <a:lnTo>
                    <a:pt x="1156652" y="0"/>
                  </a:lnTo>
                  <a:lnTo>
                    <a:pt x="1156652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50664" y="792450"/>
              <a:ext cx="379158" cy="7009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057014" y="764955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58" y="30149"/>
                  </a:moveTo>
                  <a:lnTo>
                    <a:pt x="0" y="30149"/>
                  </a:lnTo>
                  <a:lnTo>
                    <a:pt x="0" y="0"/>
                  </a:lnTo>
                  <a:lnTo>
                    <a:pt x="183235" y="0"/>
                  </a:lnTo>
                  <a:lnTo>
                    <a:pt x="366458" y="0"/>
                  </a:lnTo>
                  <a:lnTo>
                    <a:pt x="366458" y="3014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50664" y="457196"/>
              <a:ext cx="379158" cy="31410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909571" y="887396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29" h="4460240">
                  <a:moveTo>
                    <a:pt x="1165339" y="2746476"/>
                  </a:moveTo>
                  <a:lnTo>
                    <a:pt x="0" y="2746476"/>
                  </a:lnTo>
                  <a:lnTo>
                    <a:pt x="0" y="1004760"/>
                  </a:lnTo>
                  <a:lnTo>
                    <a:pt x="1165339" y="1004760"/>
                  </a:lnTo>
                  <a:lnTo>
                    <a:pt x="1165339" y="2746476"/>
                  </a:lnTo>
                  <a:close/>
                </a:path>
                <a:path w="1471929" h="4460240">
                  <a:moveTo>
                    <a:pt x="577380" y="1307299"/>
                  </a:moveTo>
                  <a:lnTo>
                    <a:pt x="528583" y="1310880"/>
                  </a:lnTo>
                  <a:lnTo>
                    <a:pt x="482008" y="1321280"/>
                  </a:lnTo>
                  <a:lnTo>
                    <a:pt x="438168" y="1337990"/>
                  </a:lnTo>
                  <a:lnTo>
                    <a:pt x="397571" y="1360499"/>
                  </a:lnTo>
                  <a:lnTo>
                    <a:pt x="360730" y="1388295"/>
                  </a:lnTo>
                  <a:lnTo>
                    <a:pt x="328155" y="1420868"/>
                  </a:lnTo>
                  <a:lnTo>
                    <a:pt x="300357" y="1457708"/>
                  </a:lnTo>
                  <a:lnTo>
                    <a:pt x="277847" y="1498303"/>
                  </a:lnTo>
                  <a:lnTo>
                    <a:pt x="261136" y="1542142"/>
                  </a:lnTo>
                  <a:lnTo>
                    <a:pt x="250735" y="1588716"/>
                  </a:lnTo>
                  <a:lnTo>
                    <a:pt x="247154" y="1637512"/>
                  </a:lnTo>
                  <a:lnTo>
                    <a:pt x="247154" y="3031782"/>
                  </a:lnTo>
                  <a:lnTo>
                    <a:pt x="577380" y="3031782"/>
                  </a:lnTo>
                  <a:lnTo>
                    <a:pt x="907605" y="3031782"/>
                  </a:lnTo>
                  <a:lnTo>
                    <a:pt x="907605" y="1637512"/>
                  </a:lnTo>
                  <a:lnTo>
                    <a:pt x="904025" y="1588716"/>
                  </a:lnTo>
                  <a:lnTo>
                    <a:pt x="893624" y="1542142"/>
                  </a:lnTo>
                  <a:lnTo>
                    <a:pt x="876914" y="1498303"/>
                  </a:lnTo>
                  <a:lnTo>
                    <a:pt x="854405" y="1457708"/>
                  </a:lnTo>
                  <a:lnTo>
                    <a:pt x="826608" y="1420868"/>
                  </a:lnTo>
                  <a:lnTo>
                    <a:pt x="794034" y="1388295"/>
                  </a:lnTo>
                  <a:lnTo>
                    <a:pt x="757194" y="1360499"/>
                  </a:lnTo>
                  <a:lnTo>
                    <a:pt x="716597" y="1337990"/>
                  </a:lnTo>
                  <a:lnTo>
                    <a:pt x="672755" y="1321280"/>
                  </a:lnTo>
                  <a:lnTo>
                    <a:pt x="626179" y="1310880"/>
                  </a:lnTo>
                  <a:lnTo>
                    <a:pt x="577380" y="1307299"/>
                  </a:lnTo>
                  <a:close/>
                </a:path>
                <a:path w="1471929" h="4460240">
                  <a:moveTo>
                    <a:pt x="581406" y="1385316"/>
                  </a:moveTo>
                  <a:lnTo>
                    <a:pt x="535805" y="1389403"/>
                  </a:lnTo>
                  <a:lnTo>
                    <a:pt x="492885" y="1401188"/>
                  </a:lnTo>
                  <a:lnTo>
                    <a:pt x="453363" y="1419954"/>
                  </a:lnTo>
                  <a:lnTo>
                    <a:pt x="417955" y="1444984"/>
                  </a:lnTo>
                  <a:lnTo>
                    <a:pt x="387378" y="1475563"/>
                  </a:lnTo>
                  <a:lnTo>
                    <a:pt x="362348" y="1510972"/>
                  </a:lnTo>
                  <a:lnTo>
                    <a:pt x="343583" y="1550496"/>
                  </a:lnTo>
                  <a:lnTo>
                    <a:pt x="331798" y="1593419"/>
                  </a:lnTo>
                  <a:lnTo>
                    <a:pt x="327710" y="1639023"/>
                  </a:lnTo>
                  <a:lnTo>
                    <a:pt x="327710" y="2710230"/>
                  </a:lnTo>
                  <a:lnTo>
                    <a:pt x="581406" y="2710230"/>
                  </a:lnTo>
                  <a:lnTo>
                    <a:pt x="835113" y="2710230"/>
                  </a:lnTo>
                  <a:lnTo>
                    <a:pt x="835113" y="1639023"/>
                  </a:lnTo>
                  <a:lnTo>
                    <a:pt x="831026" y="1593419"/>
                  </a:lnTo>
                  <a:lnTo>
                    <a:pt x="819241" y="1550496"/>
                  </a:lnTo>
                  <a:lnTo>
                    <a:pt x="800475" y="1510972"/>
                  </a:lnTo>
                  <a:lnTo>
                    <a:pt x="775445" y="1475563"/>
                  </a:lnTo>
                  <a:lnTo>
                    <a:pt x="744866" y="1444984"/>
                  </a:lnTo>
                  <a:lnTo>
                    <a:pt x="709457" y="1419954"/>
                  </a:lnTo>
                  <a:lnTo>
                    <a:pt x="669932" y="1401188"/>
                  </a:lnTo>
                  <a:lnTo>
                    <a:pt x="627010" y="1389403"/>
                  </a:lnTo>
                  <a:lnTo>
                    <a:pt x="581406" y="1385316"/>
                  </a:lnTo>
                  <a:close/>
                </a:path>
                <a:path w="1471929" h="4460240">
                  <a:moveTo>
                    <a:pt x="835113" y="1708619"/>
                  </a:moveTo>
                  <a:lnTo>
                    <a:pt x="327698" y="1708619"/>
                  </a:lnTo>
                  <a:lnTo>
                    <a:pt x="327698" y="1642173"/>
                  </a:lnTo>
                  <a:lnTo>
                    <a:pt x="835113" y="1642173"/>
                  </a:lnTo>
                  <a:lnTo>
                    <a:pt x="835113" y="1708619"/>
                  </a:lnTo>
                  <a:close/>
                </a:path>
                <a:path w="1471929" h="4460240">
                  <a:moveTo>
                    <a:pt x="543598" y="2710230"/>
                  </a:moveTo>
                  <a:lnTo>
                    <a:pt x="510374" y="2710230"/>
                  </a:lnTo>
                  <a:lnTo>
                    <a:pt x="510374" y="1708365"/>
                  </a:lnTo>
                  <a:lnTo>
                    <a:pt x="543598" y="1708365"/>
                  </a:lnTo>
                  <a:lnTo>
                    <a:pt x="543598" y="2710230"/>
                  </a:lnTo>
                  <a:close/>
                </a:path>
                <a:path w="1471929" h="4460240">
                  <a:moveTo>
                    <a:pt x="667550" y="2710230"/>
                  </a:moveTo>
                  <a:lnTo>
                    <a:pt x="634326" y="2710230"/>
                  </a:lnTo>
                  <a:lnTo>
                    <a:pt x="634326" y="1708365"/>
                  </a:lnTo>
                  <a:lnTo>
                    <a:pt x="667550" y="1708365"/>
                  </a:lnTo>
                  <a:lnTo>
                    <a:pt x="667550" y="2710230"/>
                  </a:lnTo>
                  <a:close/>
                </a:path>
                <a:path w="1471929" h="4460240">
                  <a:moveTo>
                    <a:pt x="791514" y="2710230"/>
                  </a:moveTo>
                  <a:lnTo>
                    <a:pt x="758291" y="2710230"/>
                  </a:lnTo>
                  <a:lnTo>
                    <a:pt x="758291" y="1708365"/>
                  </a:lnTo>
                  <a:lnTo>
                    <a:pt x="791514" y="1708365"/>
                  </a:lnTo>
                  <a:lnTo>
                    <a:pt x="791514" y="2710230"/>
                  </a:lnTo>
                  <a:close/>
                </a:path>
                <a:path w="1471929" h="4460240">
                  <a:moveTo>
                    <a:pt x="419633" y="2710230"/>
                  </a:moveTo>
                  <a:lnTo>
                    <a:pt x="386410" y="2710230"/>
                  </a:lnTo>
                  <a:lnTo>
                    <a:pt x="386410" y="1708365"/>
                  </a:lnTo>
                  <a:lnTo>
                    <a:pt x="419633" y="1708365"/>
                  </a:lnTo>
                  <a:lnTo>
                    <a:pt x="419633" y="2710230"/>
                  </a:lnTo>
                  <a:close/>
                </a:path>
                <a:path w="1471929" h="4460240">
                  <a:moveTo>
                    <a:pt x="1011301" y="4097566"/>
                  </a:moveTo>
                  <a:lnTo>
                    <a:pt x="143459" y="4097566"/>
                  </a:lnTo>
                  <a:lnTo>
                    <a:pt x="143459" y="3331413"/>
                  </a:lnTo>
                  <a:lnTo>
                    <a:pt x="1011301" y="3331413"/>
                  </a:lnTo>
                  <a:lnTo>
                    <a:pt x="1011301" y="4097566"/>
                  </a:lnTo>
                  <a:close/>
                </a:path>
                <a:path w="1471929" h="4460240">
                  <a:moveTo>
                    <a:pt x="1011301" y="3331413"/>
                  </a:moveTo>
                  <a:lnTo>
                    <a:pt x="143459" y="3331413"/>
                  </a:lnTo>
                  <a:lnTo>
                    <a:pt x="143459" y="2871317"/>
                  </a:lnTo>
                  <a:lnTo>
                    <a:pt x="1011301" y="2871317"/>
                  </a:lnTo>
                  <a:lnTo>
                    <a:pt x="1011301" y="3331413"/>
                  </a:lnTo>
                  <a:close/>
                </a:path>
                <a:path w="1471929" h="4460240">
                  <a:moveTo>
                    <a:pt x="1419047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419047" y="4097566"/>
                  </a:lnTo>
                  <a:lnTo>
                    <a:pt x="1419047" y="4459998"/>
                  </a:lnTo>
                  <a:close/>
                </a:path>
                <a:path w="1471929" h="4460240">
                  <a:moveTo>
                    <a:pt x="947877" y="3493503"/>
                  </a:moveTo>
                  <a:lnTo>
                    <a:pt x="859282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947877" y="3493503"/>
                  </a:lnTo>
                  <a:close/>
                </a:path>
                <a:path w="1471929" h="4460240">
                  <a:moveTo>
                    <a:pt x="911631" y="3431082"/>
                  </a:moveTo>
                  <a:lnTo>
                    <a:pt x="101230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911631" y="3431082"/>
                  </a:lnTo>
                  <a:close/>
                </a:path>
                <a:path w="1471929" h="4460240">
                  <a:moveTo>
                    <a:pt x="911631" y="4459998"/>
                  </a:moveTo>
                  <a:lnTo>
                    <a:pt x="243128" y="4459998"/>
                  </a:lnTo>
                  <a:lnTo>
                    <a:pt x="243128" y="4097566"/>
                  </a:lnTo>
                  <a:lnTo>
                    <a:pt x="911631" y="4097566"/>
                  </a:lnTo>
                  <a:lnTo>
                    <a:pt x="911631" y="4459998"/>
                  </a:lnTo>
                  <a:close/>
                </a:path>
                <a:path w="1471929" h="4460240">
                  <a:moveTo>
                    <a:pt x="593432" y="3000184"/>
                  </a:moveTo>
                  <a:lnTo>
                    <a:pt x="547828" y="3004272"/>
                  </a:lnTo>
                  <a:lnTo>
                    <a:pt x="504905" y="3016057"/>
                  </a:lnTo>
                  <a:lnTo>
                    <a:pt x="465381" y="3034823"/>
                  </a:lnTo>
                  <a:lnTo>
                    <a:pt x="429972" y="3059853"/>
                  </a:lnTo>
                  <a:lnTo>
                    <a:pt x="399393" y="3090431"/>
                  </a:lnTo>
                  <a:lnTo>
                    <a:pt x="374363" y="3125841"/>
                  </a:lnTo>
                  <a:lnTo>
                    <a:pt x="355597" y="3165365"/>
                  </a:lnTo>
                  <a:lnTo>
                    <a:pt x="343812" y="3208288"/>
                  </a:lnTo>
                  <a:lnTo>
                    <a:pt x="339725" y="3253892"/>
                  </a:lnTo>
                  <a:lnTo>
                    <a:pt x="339725" y="4097566"/>
                  </a:lnTo>
                  <a:lnTo>
                    <a:pt x="593432" y="4097566"/>
                  </a:lnTo>
                  <a:lnTo>
                    <a:pt x="847140" y="4097566"/>
                  </a:lnTo>
                  <a:lnTo>
                    <a:pt x="847140" y="3253892"/>
                  </a:lnTo>
                  <a:lnTo>
                    <a:pt x="843053" y="3208288"/>
                  </a:lnTo>
                  <a:lnTo>
                    <a:pt x="831268" y="3165365"/>
                  </a:lnTo>
                  <a:lnTo>
                    <a:pt x="812502" y="3125841"/>
                  </a:lnTo>
                  <a:lnTo>
                    <a:pt x="787471" y="3090431"/>
                  </a:lnTo>
                  <a:lnTo>
                    <a:pt x="756893" y="3059853"/>
                  </a:lnTo>
                  <a:lnTo>
                    <a:pt x="721484" y="3034823"/>
                  </a:lnTo>
                  <a:lnTo>
                    <a:pt x="681959" y="3016057"/>
                  </a:lnTo>
                  <a:lnTo>
                    <a:pt x="639037" y="3004272"/>
                  </a:lnTo>
                  <a:lnTo>
                    <a:pt x="593432" y="3000184"/>
                  </a:lnTo>
                  <a:close/>
                </a:path>
                <a:path w="1471929" h="4460240">
                  <a:moveTo>
                    <a:pt x="847140" y="3364636"/>
                  </a:moveTo>
                  <a:lnTo>
                    <a:pt x="339725" y="3364636"/>
                  </a:lnTo>
                  <a:lnTo>
                    <a:pt x="339725" y="3298190"/>
                  </a:lnTo>
                  <a:lnTo>
                    <a:pt x="847140" y="3298190"/>
                  </a:lnTo>
                  <a:lnTo>
                    <a:pt x="847140" y="3364636"/>
                  </a:lnTo>
                  <a:close/>
                </a:path>
                <a:path w="1471929" h="4460240">
                  <a:moveTo>
                    <a:pt x="1011301" y="2871317"/>
                  </a:moveTo>
                  <a:lnTo>
                    <a:pt x="143459" y="2871317"/>
                  </a:lnTo>
                  <a:lnTo>
                    <a:pt x="143459" y="2790774"/>
                  </a:lnTo>
                  <a:lnTo>
                    <a:pt x="1011301" y="2790774"/>
                  </a:lnTo>
                  <a:lnTo>
                    <a:pt x="1011301" y="2871317"/>
                  </a:lnTo>
                  <a:close/>
                </a:path>
                <a:path w="1471929" h="4460240">
                  <a:moveTo>
                    <a:pt x="804405" y="2871317"/>
                  </a:moveTo>
                  <a:lnTo>
                    <a:pt x="350354" y="2871317"/>
                  </a:lnTo>
                  <a:lnTo>
                    <a:pt x="350354" y="2790774"/>
                  </a:lnTo>
                  <a:lnTo>
                    <a:pt x="804405" y="2790774"/>
                  </a:lnTo>
                  <a:lnTo>
                    <a:pt x="804405" y="2871317"/>
                  </a:lnTo>
                  <a:close/>
                </a:path>
                <a:path w="1471929" h="4460240">
                  <a:moveTo>
                    <a:pt x="1011301" y="2790774"/>
                  </a:moveTo>
                  <a:lnTo>
                    <a:pt x="143459" y="2790774"/>
                  </a:lnTo>
                  <a:lnTo>
                    <a:pt x="143459" y="2746476"/>
                  </a:lnTo>
                  <a:lnTo>
                    <a:pt x="1011301" y="2746476"/>
                  </a:lnTo>
                  <a:lnTo>
                    <a:pt x="1011301" y="2790774"/>
                  </a:lnTo>
                  <a:close/>
                </a:path>
                <a:path w="1471929" h="4460240">
                  <a:moveTo>
                    <a:pt x="143459" y="2746476"/>
                  </a:moveTo>
                  <a:lnTo>
                    <a:pt x="1011301" y="2746476"/>
                  </a:lnTo>
                  <a:lnTo>
                    <a:pt x="1011301" y="2452497"/>
                  </a:lnTo>
                  <a:lnTo>
                    <a:pt x="143459" y="2452497"/>
                  </a:lnTo>
                  <a:lnTo>
                    <a:pt x="143459" y="2746476"/>
                  </a:lnTo>
                  <a:close/>
                </a:path>
                <a:path w="1471929" h="4460240">
                  <a:moveTo>
                    <a:pt x="853744" y="2682036"/>
                  </a:moveTo>
                  <a:lnTo>
                    <a:pt x="309092" y="2682036"/>
                  </a:lnTo>
                  <a:lnTo>
                    <a:pt x="309092" y="2518943"/>
                  </a:lnTo>
                  <a:lnTo>
                    <a:pt x="853744" y="2518943"/>
                  </a:lnTo>
                  <a:lnTo>
                    <a:pt x="853744" y="2682036"/>
                  </a:lnTo>
                  <a:close/>
                </a:path>
                <a:path w="1471929" h="4460240">
                  <a:moveTo>
                    <a:pt x="333248" y="1720138"/>
                  </a:moveTo>
                  <a:lnTo>
                    <a:pt x="153035" y="1720138"/>
                  </a:lnTo>
                  <a:lnTo>
                    <a:pt x="153035" y="1630667"/>
                  </a:lnTo>
                  <a:lnTo>
                    <a:pt x="333248" y="1630667"/>
                  </a:lnTo>
                  <a:lnTo>
                    <a:pt x="333248" y="1720138"/>
                  </a:lnTo>
                  <a:close/>
                </a:path>
                <a:path w="1471929" h="4460240">
                  <a:moveTo>
                    <a:pt x="1015326" y="1720138"/>
                  </a:moveTo>
                  <a:lnTo>
                    <a:pt x="835113" y="1720138"/>
                  </a:lnTo>
                  <a:lnTo>
                    <a:pt x="835113" y="1630667"/>
                  </a:lnTo>
                  <a:lnTo>
                    <a:pt x="1015326" y="1630667"/>
                  </a:lnTo>
                  <a:lnTo>
                    <a:pt x="1015326" y="1720138"/>
                  </a:lnTo>
                  <a:close/>
                </a:path>
                <a:path w="1471929" h="4460240">
                  <a:moveTo>
                    <a:pt x="626148" y="1397406"/>
                  </a:moveTo>
                  <a:lnTo>
                    <a:pt x="536676" y="1397406"/>
                  </a:lnTo>
                  <a:lnTo>
                    <a:pt x="536676" y="1217193"/>
                  </a:lnTo>
                  <a:lnTo>
                    <a:pt x="626148" y="1217193"/>
                  </a:lnTo>
                  <a:lnTo>
                    <a:pt x="626148" y="1397406"/>
                  </a:lnTo>
                  <a:close/>
                </a:path>
                <a:path w="1471929" h="4460240">
                  <a:moveTo>
                    <a:pt x="1165339" y="1003757"/>
                  </a:moveTo>
                  <a:lnTo>
                    <a:pt x="0" y="1003757"/>
                  </a:lnTo>
                  <a:lnTo>
                    <a:pt x="0" y="738974"/>
                  </a:lnTo>
                  <a:lnTo>
                    <a:pt x="1165339" y="738974"/>
                  </a:lnTo>
                  <a:lnTo>
                    <a:pt x="1165339" y="1003757"/>
                  </a:lnTo>
                  <a:close/>
                </a:path>
                <a:path w="1471929" h="4460240">
                  <a:moveTo>
                    <a:pt x="1165339" y="737971"/>
                  </a:moveTo>
                  <a:lnTo>
                    <a:pt x="0" y="737971"/>
                  </a:lnTo>
                  <a:lnTo>
                    <a:pt x="0" y="536613"/>
                  </a:lnTo>
                  <a:lnTo>
                    <a:pt x="1165339" y="536613"/>
                  </a:lnTo>
                  <a:lnTo>
                    <a:pt x="1165339" y="737971"/>
                  </a:lnTo>
                  <a:close/>
                </a:path>
                <a:path w="1471929" h="4460240">
                  <a:moveTo>
                    <a:pt x="644829" y="658939"/>
                  </a:moveTo>
                  <a:lnTo>
                    <a:pt x="517982" y="658939"/>
                  </a:lnTo>
                  <a:lnTo>
                    <a:pt x="517982" y="591985"/>
                  </a:lnTo>
                  <a:lnTo>
                    <a:pt x="644829" y="591985"/>
                  </a:lnTo>
                  <a:lnTo>
                    <a:pt x="644829" y="658939"/>
                  </a:lnTo>
                  <a:close/>
                </a:path>
                <a:path w="1471929" h="4460240">
                  <a:moveTo>
                    <a:pt x="931519" y="658939"/>
                  </a:moveTo>
                  <a:lnTo>
                    <a:pt x="804672" y="658939"/>
                  </a:lnTo>
                  <a:lnTo>
                    <a:pt x="804672" y="591985"/>
                  </a:lnTo>
                  <a:lnTo>
                    <a:pt x="931519" y="591985"/>
                  </a:lnTo>
                  <a:lnTo>
                    <a:pt x="931519" y="658939"/>
                  </a:lnTo>
                  <a:close/>
                </a:path>
                <a:path w="1471929" h="4460240">
                  <a:moveTo>
                    <a:pt x="1165339" y="658939"/>
                  </a:moveTo>
                  <a:lnTo>
                    <a:pt x="1091336" y="658939"/>
                  </a:lnTo>
                  <a:lnTo>
                    <a:pt x="1091336" y="591985"/>
                  </a:lnTo>
                  <a:lnTo>
                    <a:pt x="1165339" y="591985"/>
                  </a:lnTo>
                  <a:lnTo>
                    <a:pt x="1165339" y="658939"/>
                  </a:lnTo>
                  <a:close/>
                </a:path>
                <a:path w="1471929" h="4460240">
                  <a:moveTo>
                    <a:pt x="233819" y="591985"/>
                  </a:moveTo>
                  <a:lnTo>
                    <a:pt x="360680" y="591985"/>
                  </a:lnTo>
                  <a:lnTo>
                    <a:pt x="360680" y="658939"/>
                  </a:lnTo>
                  <a:lnTo>
                    <a:pt x="233819" y="658939"/>
                  </a:lnTo>
                  <a:lnTo>
                    <a:pt x="233819" y="591985"/>
                  </a:lnTo>
                  <a:close/>
                </a:path>
                <a:path w="1471929" h="4460240">
                  <a:moveTo>
                    <a:pt x="0" y="591985"/>
                  </a:moveTo>
                  <a:lnTo>
                    <a:pt x="74002" y="591985"/>
                  </a:lnTo>
                  <a:lnTo>
                    <a:pt x="74002" y="658939"/>
                  </a:lnTo>
                  <a:lnTo>
                    <a:pt x="0" y="658939"/>
                  </a:lnTo>
                  <a:lnTo>
                    <a:pt x="0" y="591985"/>
                  </a:lnTo>
                  <a:close/>
                </a:path>
                <a:path w="1471929" h="4460240">
                  <a:moveTo>
                    <a:pt x="1165339" y="535609"/>
                  </a:moveTo>
                  <a:lnTo>
                    <a:pt x="0" y="535609"/>
                  </a:lnTo>
                  <a:lnTo>
                    <a:pt x="0" y="434936"/>
                  </a:lnTo>
                  <a:lnTo>
                    <a:pt x="1165339" y="434936"/>
                  </a:lnTo>
                  <a:lnTo>
                    <a:pt x="1165339" y="535609"/>
                  </a:lnTo>
                  <a:close/>
                </a:path>
                <a:path w="1471929" h="4460240">
                  <a:moveTo>
                    <a:pt x="1056601" y="434924"/>
                  </a:moveTo>
                  <a:lnTo>
                    <a:pt x="132638" y="434924"/>
                  </a:lnTo>
                  <a:lnTo>
                    <a:pt x="132638" y="334251"/>
                  </a:lnTo>
                  <a:lnTo>
                    <a:pt x="1056601" y="334251"/>
                  </a:lnTo>
                  <a:lnTo>
                    <a:pt x="1056601" y="434924"/>
                  </a:lnTo>
                  <a:close/>
                </a:path>
                <a:path w="1471929" h="4460240">
                  <a:moveTo>
                    <a:pt x="1056601" y="68465"/>
                  </a:moveTo>
                  <a:lnTo>
                    <a:pt x="132638" y="68465"/>
                  </a:lnTo>
                  <a:lnTo>
                    <a:pt x="132638" y="0"/>
                  </a:lnTo>
                  <a:lnTo>
                    <a:pt x="1056601" y="0"/>
                  </a:lnTo>
                  <a:lnTo>
                    <a:pt x="1056601" y="68465"/>
                  </a:lnTo>
                  <a:close/>
                </a:path>
                <a:path w="1471929" h="4460240">
                  <a:moveTo>
                    <a:pt x="560019" y="412648"/>
                  </a:moveTo>
                  <a:lnTo>
                    <a:pt x="535724" y="412648"/>
                  </a:lnTo>
                  <a:lnTo>
                    <a:pt x="535724" y="34226"/>
                  </a:lnTo>
                  <a:lnTo>
                    <a:pt x="560019" y="34226"/>
                  </a:lnTo>
                  <a:lnTo>
                    <a:pt x="560019" y="412648"/>
                  </a:lnTo>
                  <a:close/>
                </a:path>
                <a:path w="1471929" h="4460240">
                  <a:moveTo>
                    <a:pt x="653516" y="412648"/>
                  </a:moveTo>
                  <a:lnTo>
                    <a:pt x="629221" y="412648"/>
                  </a:lnTo>
                  <a:lnTo>
                    <a:pt x="629221" y="34226"/>
                  </a:lnTo>
                  <a:lnTo>
                    <a:pt x="653516" y="34226"/>
                  </a:lnTo>
                  <a:lnTo>
                    <a:pt x="653516" y="412648"/>
                  </a:lnTo>
                  <a:close/>
                </a:path>
                <a:path w="1471929" h="4460240">
                  <a:moveTo>
                    <a:pt x="747026" y="412648"/>
                  </a:moveTo>
                  <a:lnTo>
                    <a:pt x="722731" y="412648"/>
                  </a:lnTo>
                  <a:lnTo>
                    <a:pt x="722731" y="34226"/>
                  </a:lnTo>
                  <a:lnTo>
                    <a:pt x="747026" y="34226"/>
                  </a:lnTo>
                  <a:lnTo>
                    <a:pt x="747026" y="412648"/>
                  </a:lnTo>
                  <a:close/>
                </a:path>
                <a:path w="1471929" h="4460240">
                  <a:moveTo>
                    <a:pt x="840524" y="412648"/>
                  </a:moveTo>
                  <a:lnTo>
                    <a:pt x="816241" y="412648"/>
                  </a:lnTo>
                  <a:lnTo>
                    <a:pt x="816241" y="34226"/>
                  </a:lnTo>
                  <a:lnTo>
                    <a:pt x="840524" y="34226"/>
                  </a:lnTo>
                  <a:lnTo>
                    <a:pt x="840524" y="412648"/>
                  </a:lnTo>
                  <a:close/>
                </a:path>
                <a:path w="1471929" h="4460240">
                  <a:moveTo>
                    <a:pt x="1382801" y="4097566"/>
                  </a:moveTo>
                  <a:lnTo>
                    <a:pt x="947877" y="4097566"/>
                  </a:lnTo>
                  <a:lnTo>
                    <a:pt x="947877" y="3493503"/>
                  </a:lnTo>
                  <a:lnTo>
                    <a:pt x="1382801" y="3493503"/>
                  </a:lnTo>
                  <a:lnTo>
                    <a:pt x="1382801" y="4097566"/>
                  </a:lnTo>
                  <a:close/>
                </a:path>
                <a:path w="1471929" h="4460240">
                  <a:moveTo>
                    <a:pt x="1382801" y="3493503"/>
                  </a:moveTo>
                  <a:lnTo>
                    <a:pt x="1471396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1382801" y="3493503"/>
                  </a:lnTo>
                  <a:close/>
                </a:path>
                <a:path w="1471929" h="4460240">
                  <a:moveTo>
                    <a:pt x="1419047" y="3431082"/>
                  </a:moveTo>
                  <a:lnTo>
                    <a:pt x="131837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1419047" y="3431082"/>
                  </a:lnTo>
                  <a:close/>
                </a:path>
                <a:path w="1471929" h="4460240">
                  <a:moveTo>
                    <a:pt x="1318374" y="3298190"/>
                  </a:moveTo>
                  <a:lnTo>
                    <a:pt x="1012317" y="3298190"/>
                  </a:lnTo>
                  <a:lnTo>
                    <a:pt x="1012317" y="1469898"/>
                  </a:lnTo>
                  <a:lnTo>
                    <a:pt x="1318374" y="1469898"/>
                  </a:lnTo>
                  <a:lnTo>
                    <a:pt x="1318374" y="3298190"/>
                  </a:lnTo>
                  <a:close/>
                </a:path>
                <a:path w="1471929" h="4460240">
                  <a:moveTo>
                    <a:pt x="1012304" y="1469885"/>
                  </a:moveTo>
                  <a:lnTo>
                    <a:pt x="1318361" y="1469885"/>
                  </a:lnTo>
                  <a:lnTo>
                    <a:pt x="1318361" y="1385316"/>
                  </a:lnTo>
                  <a:lnTo>
                    <a:pt x="1012304" y="1385316"/>
                  </a:lnTo>
                  <a:lnTo>
                    <a:pt x="1012304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51098" y="1883799"/>
              <a:ext cx="447624" cy="39526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071280" y="856192"/>
              <a:ext cx="1204595" cy="1034415"/>
            </a:xfrm>
            <a:custGeom>
              <a:avLst/>
              <a:gdLst/>
              <a:ahLst/>
              <a:cxnLst/>
              <a:rect l="l" t="t" r="r" b="b"/>
              <a:pathLst>
                <a:path w="1204595" h="1034414">
                  <a:moveTo>
                    <a:pt x="850595" y="816495"/>
                  </a:moveTo>
                  <a:lnTo>
                    <a:pt x="1156652" y="816495"/>
                  </a:lnTo>
                  <a:lnTo>
                    <a:pt x="1156652" y="1033957"/>
                  </a:lnTo>
                  <a:lnTo>
                    <a:pt x="850595" y="1033957"/>
                  </a:lnTo>
                  <a:lnTo>
                    <a:pt x="850595" y="816495"/>
                  </a:lnTo>
                  <a:close/>
                </a:path>
                <a:path w="1204595" h="1034414">
                  <a:moveTo>
                    <a:pt x="802779" y="723861"/>
                  </a:moveTo>
                  <a:lnTo>
                    <a:pt x="1204480" y="723861"/>
                  </a:lnTo>
                  <a:lnTo>
                    <a:pt x="1204480" y="816483"/>
                  </a:lnTo>
                  <a:lnTo>
                    <a:pt x="802779" y="816483"/>
                  </a:lnTo>
                  <a:lnTo>
                    <a:pt x="802779" y="723861"/>
                  </a:lnTo>
                  <a:close/>
                </a:path>
                <a:path w="1204595" h="1034414">
                  <a:moveTo>
                    <a:pt x="678815" y="443852"/>
                  </a:moveTo>
                  <a:lnTo>
                    <a:pt x="654532" y="443852"/>
                  </a:lnTo>
                  <a:lnTo>
                    <a:pt x="654532" y="65430"/>
                  </a:lnTo>
                  <a:lnTo>
                    <a:pt x="678815" y="65430"/>
                  </a:lnTo>
                  <a:lnTo>
                    <a:pt x="678815" y="443852"/>
                  </a:lnTo>
                  <a:close/>
                </a:path>
                <a:path w="1204595" h="1034414">
                  <a:moveTo>
                    <a:pt x="772325" y="443852"/>
                  </a:moveTo>
                  <a:lnTo>
                    <a:pt x="748030" y="443852"/>
                  </a:lnTo>
                  <a:lnTo>
                    <a:pt x="748030" y="65430"/>
                  </a:lnTo>
                  <a:lnTo>
                    <a:pt x="772325" y="65430"/>
                  </a:lnTo>
                  <a:lnTo>
                    <a:pt x="772325" y="443852"/>
                  </a:lnTo>
                  <a:close/>
                </a:path>
                <a:path w="1204595" h="1034414">
                  <a:moveTo>
                    <a:pt x="772325" y="433857"/>
                  </a:moveTo>
                  <a:lnTo>
                    <a:pt x="748030" y="433857"/>
                  </a:lnTo>
                  <a:lnTo>
                    <a:pt x="748030" y="55435"/>
                  </a:lnTo>
                  <a:lnTo>
                    <a:pt x="772325" y="55435"/>
                  </a:lnTo>
                  <a:lnTo>
                    <a:pt x="772325" y="433857"/>
                  </a:lnTo>
                  <a:close/>
                </a:path>
                <a:path w="1204595" h="1034414">
                  <a:moveTo>
                    <a:pt x="865822" y="433857"/>
                  </a:moveTo>
                  <a:lnTo>
                    <a:pt x="841540" y="433857"/>
                  </a:lnTo>
                  <a:lnTo>
                    <a:pt x="841540" y="55435"/>
                  </a:lnTo>
                  <a:lnTo>
                    <a:pt x="865822" y="55435"/>
                  </a:lnTo>
                  <a:lnTo>
                    <a:pt x="865822" y="433857"/>
                  </a:lnTo>
                  <a:close/>
                </a:path>
                <a:path w="1204595" h="1034414">
                  <a:moveTo>
                    <a:pt x="24282" y="453859"/>
                  </a:moveTo>
                  <a:lnTo>
                    <a:pt x="0" y="453859"/>
                  </a:lnTo>
                  <a:lnTo>
                    <a:pt x="0" y="75438"/>
                  </a:lnTo>
                  <a:lnTo>
                    <a:pt x="24282" y="75438"/>
                  </a:lnTo>
                  <a:lnTo>
                    <a:pt x="24282" y="453859"/>
                  </a:lnTo>
                  <a:close/>
                </a:path>
                <a:path w="1204595" h="1034414">
                  <a:moveTo>
                    <a:pt x="117792" y="453859"/>
                  </a:moveTo>
                  <a:lnTo>
                    <a:pt x="93497" y="453859"/>
                  </a:lnTo>
                  <a:lnTo>
                    <a:pt x="93497" y="75438"/>
                  </a:lnTo>
                  <a:lnTo>
                    <a:pt x="117792" y="75438"/>
                  </a:lnTo>
                  <a:lnTo>
                    <a:pt x="11779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20" y="453859"/>
                  </a:lnTo>
                  <a:lnTo>
                    <a:pt x="187020" y="75438"/>
                  </a:lnTo>
                  <a:lnTo>
                    <a:pt x="211302" y="75438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211302" y="453859"/>
                  </a:moveTo>
                  <a:lnTo>
                    <a:pt x="187020" y="453859"/>
                  </a:lnTo>
                  <a:lnTo>
                    <a:pt x="187020" y="75438"/>
                  </a:lnTo>
                  <a:lnTo>
                    <a:pt x="211302" y="75438"/>
                  </a:lnTo>
                  <a:lnTo>
                    <a:pt x="211302" y="453859"/>
                  </a:lnTo>
                  <a:close/>
                </a:path>
                <a:path w="1204595" h="1034414">
                  <a:moveTo>
                    <a:pt x="304800" y="453859"/>
                  </a:moveTo>
                  <a:lnTo>
                    <a:pt x="280504" y="453859"/>
                  </a:lnTo>
                  <a:lnTo>
                    <a:pt x="280504" y="75438"/>
                  </a:lnTo>
                  <a:lnTo>
                    <a:pt x="304800" y="75438"/>
                  </a:lnTo>
                  <a:lnTo>
                    <a:pt x="304800" y="453859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04800" y="443852"/>
                  </a:moveTo>
                  <a:lnTo>
                    <a:pt x="280504" y="443852"/>
                  </a:lnTo>
                  <a:lnTo>
                    <a:pt x="280504" y="65430"/>
                  </a:lnTo>
                  <a:lnTo>
                    <a:pt x="304800" y="65430"/>
                  </a:lnTo>
                  <a:lnTo>
                    <a:pt x="304800" y="443852"/>
                  </a:lnTo>
                  <a:close/>
                </a:path>
                <a:path w="1204595" h="1034414">
                  <a:moveTo>
                    <a:pt x="398310" y="443852"/>
                  </a:moveTo>
                  <a:lnTo>
                    <a:pt x="374015" y="443852"/>
                  </a:lnTo>
                  <a:lnTo>
                    <a:pt x="374015" y="65430"/>
                  </a:lnTo>
                  <a:lnTo>
                    <a:pt x="398310" y="65430"/>
                  </a:lnTo>
                  <a:lnTo>
                    <a:pt x="398310" y="443852"/>
                  </a:lnTo>
                  <a:close/>
                </a:path>
                <a:path w="1204595" h="1034414">
                  <a:moveTo>
                    <a:pt x="1157160" y="466128"/>
                  </a:moveTo>
                  <a:lnTo>
                    <a:pt x="850099" y="466128"/>
                  </a:lnTo>
                  <a:lnTo>
                    <a:pt x="850099" y="264642"/>
                  </a:lnTo>
                  <a:lnTo>
                    <a:pt x="1157160" y="264642"/>
                  </a:lnTo>
                  <a:lnTo>
                    <a:pt x="1157160" y="466128"/>
                  </a:lnTo>
                  <a:close/>
                </a:path>
                <a:path w="1204595" h="1034414">
                  <a:moveTo>
                    <a:pt x="1156665" y="266915"/>
                  </a:moveTo>
                  <a:lnTo>
                    <a:pt x="850607" y="266915"/>
                  </a:lnTo>
                  <a:lnTo>
                    <a:pt x="850607" y="65430"/>
                  </a:lnTo>
                  <a:lnTo>
                    <a:pt x="1156665" y="65430"/>
                  </a:lnTo>
                  <a:lnTo>
                    <a:pt x="1156665" y="266915"/>
                  </a:lnTo>
                  <a:close/>
                </a:path>
                <a:path w="1204595" h="1034414">
                  <a:moveTo>
                    <a:pt x="1156665" y="67703"/>
                  </a:moveTo>
                  <a:lnTo>
                    <a:pt x="850595" y="67703"/>
                  </a:lnTo>
                  <a:lnTo>
                    <a:pt x="850595" y="0"/>
                  </a:lnTo>
                  <a:lnTo>
                    <a:pt x="1003630" y="0"/>
                  </a:lnTo>
                  <a:lnTo>
                    <a:pt x="1156665" y="0"/>
                  </a:lnTo>
                  <a:lnTo>
                    <a:pt x="1156665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5324" y="792450"/>
              <a:ext cx="379171" cy="7009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891674" y="764955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29" h="30479">
                  <a:moveTo>
                    <a:pt x="366471" y="30149"/>
                  </a:moveTo>
                  <a:lnTo>
                    <a:pt x="0" y="30149"/>
                  </a:lnTo>
                  <a:lnTo>
                    <a:pt x="0" y="0"/>
                  </a:lnTo>
                  <a:lnTo>
                    <a:pt x="183235" y="0"/>
                  </a:lnTo>
                  <a:lnTo>
                    <a:pt x="366471" y="0"/>
                  </a:lnTo>
                  <a:lnTo>
                    <a:pt x="366471" y="3014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85324" y="457196"/>
              <a:ext cx="379171" cy="31410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765745" y="887396"/>
              <a:ext cx="1471930" cy="4460240"/>
            </a:xfrm>
            <a:custGeom>
              <a:avLst/>
              <a:gdLst/>
              <a:ahLst/>
              <a:cxnLst/>
              <a:rect l="l" t="t" r="r" b="b"/>
              <a:pathLst>
                <a:path w="1471930" h="4460240">
                  <a:moveTo>
                    <a:pt x="1165339" y="2746476"/>
                  </a:moveTo>
                  <a:lnTo>
                    <a:pt x="0" y="2746476"/>
                  </a:lnTo>
                  <a:lnTo>
                    <a:pt x="0" y="980592"/>
                  </a:lnTo>
                  <a:lnTo>
                    <a:pt x="1165339" y="980592"/>
                  </a:lnTo>
                  <a:lnTo>
                    <a:pt x="1165339" y="2746476"/>
                  </a:lnTo>
                  <a:close/>
                </a:path>
                <a:path w="1471930" h="4460240">
                  <a:moveTo>
                    <a:pt x="577392" y="1307299"/>
                  </a:moveTo>
                  <a:lnTo>
                    <a:pt x="528595" y="1310880"/>
                  </a:lnTo>
                  <a:lnTo>
                    <a:pt x="482021" y="1321280"/>
                  </a:lnTo>
                  <a:lnTo>
                    <a:pt x="438180" y="1337990"/>
                  </a:lnTo>
                  <a:lnTo>
                    <a:pt x="397584" y="1360499"/>
                  </a:lnTo>
                  <a:lnTo>
                    <a:pt x="360743" y="1388295"/>
                  </a:lnTo>
                  <a:lnTo>
                    <a:pt x="328168" y="1420868"/>
                  </a:lnTo>
                  <a:lnTo>
                    <a:pt x="300370" y="1457708"/>
                  </a:lnTo>
                  <a:lnTo>
                    <a:pt x="277860" y="1498303"/>
                  </a:lnTo>
                  <a:lnTo>
                    <a:pt x="261149" y="1542142"/>
                  </a:lnTo>
                  <a:lnTo>
                    <a:pt x="250748" y="1588716"/>
                  </a:lnTo>
                  <a:lnTo>
                    <a:pt x="247167" y="1637512"/>
                  </a:lnTo>
                  <a:lnTo>
                    <a:pt x="247167" y="3031782"/>
                  </a:lnTo>
                  <a:lnTo>
                    <a:pt x="577392" y="3031782"/>
                  </a:lnTo>
                  <a:lnTo>
                    <a:pt x="907605" y="3031782"/>
                  </a:lnTo>
                  <a:lnTo>
                    <a:pt x="907605" y="1637512"/>
                  </a:lnTo>
                  <a:lnTo>
                    <a:pt x="904025" y="1588716"/>
                  </a:lnTo>
                  <a:lnTo>
                    <a:pt x="893624" y="1542142"/>
                  </a:lnTo>
                  <a:lnTo>
                    <a:pt x="876914" y="1498303"/>
                  </a:lnTo>
                  <a:lnTo>
                    <a:pt x="854406" y="1457708"/>
                  </a:lnTo>
                  <a:lnTo>
                    <a:pt x="826610" y="1420868"/>
                  </a:lnTo>
                  <a:lnTo>
                    <a:pt x="794036" y="1388295"/>
                  </a:lnTo>
                  <a:lnTo>
                    <a:pt x="757197" y="1360499"/>
                  </a:lnTo>
                  <a:lnTo>
                    <a:pt x="716602" y="1337990"/>
                  </a:lnTo>
                  <a:lnTo>
                    <a:pt x="672762" y="1321280"/>
                  </a:lnTo>
                  <a:lnTo>
                    <a:pt x="626189" y="1310880"/>
                  </a:lnTo>
                  <a:lnTo>
                    <a:pt x="577392" y="1307299"/>
                  </a:lnTo>
                  <a:close/>
                </a:path>
                <a:path w="1471930" h="4460240">
                  <a:moveTo>
                    <a:pt x="581418" y="1385316"/>
                  </a:moveTo>
                  <a:lnTo>
                    <a:pt x="535814" y="1389403"/>
                  </a:lnTo>
                  <a:lnTo>
                    <a:pt x="492891" y="1401188"/>
                  </a:lnTo>
                  <a:lnTo>
                    <a:pt x="453367" y="1419954"/>
                  </a:lnTo>
                  <a:lnTo>
                    <a:pt x="417957" y="1444984"/>
                  </a:lnTo>
                  <a:lnTo>
                    <a:pt x="387379" y="1475563"/>
                  </a:lnTo>
                  <a:lnTo>
                    <a:pt x="362349" y="1510972"/>
                  </a:lnTo>
                  <a:lnTo>
                    <a:pt x="343583" y="1550496"/>
                  </a:lnTo>
                  <a:lnTo>
                    <a:pt x="331798" y="1593419"/>
                  </a:lnTo>
                  <a:lnTo>
                    <a:pt x="327710" y="1639023"/>
                  </a:lnTo>
                  <a:lnTo>
                    <a:pt x="327710" y="2710230"/>
                  </a:lnTo>
                  <a:lnTo>
                    <a:pt x="581418" y="2710230"/>
                  </a:lnTo>
                  <a:lnTo>
                    <a:pt x="835126" y="2710230"/>
                  </a:lnTo>
                  <a:lnTo>
                    <a:pt x="835126" y="1639023"/>
                  </a:lnTo>
                  <a:lnTo>
                    <a:pt x="831039" y="1593419"/>
                  </a:lnTo>
                  <a:lnTo>
                    <a:pt x="819254" y="1550496"/>
                  </a:lnTo>
                  <a:lnTo>
                    <a:pt x="800488" y="1510972"/>
                  </a:lnTo>
                  <a:lnTo>
                    <a:pt x="775457" y="1475563"/>
                  </a:lnTo>
                  <a:lnTo>
                    <a:pt x="744879" y="1444984"/>
                  </a:lnTo>
                  <a:lnTo>
                    <a:pt x="709469" y="1419954"/>
                  </a:lnTo>
                  <a:lnTo>
                    <a:pt x="669945" y="1401188"/>
                  </a:lnTo>
                  <a:lnTo>
                    <a:pt x="627023" y="1389403"/>
                  </a:lnTo>
                  <a:lnTo>
                    <a:pt x="581418" y="1385316"/>
                  </a:lnTo>
                  <a:close/>
                </a:path>
                <a:path w="1471930" h="4460240">
                  <a:moveTo>
                    <a:pt x="835126" y="1708619"/>
                  </a:moveTo>
                  <a:lnTo>
                    <a:pt x="327710" y="1708619"/>
                  </a:lnTo>
                  <a:lnTo>
                    <a:pt x="327710" y="1642173"/>
                  </a:lnTo>
                  <a:lnTo>
                    <a:pt x="835126" y="1642173"/>
                  </a:lnTo>
                  <a:lnTo>
                    <a:pt x="835126" y="1708619"/>
                  </a:lnTo>
                  <a:close/>
                </a:path>
                <a:path w="1471930" h="4460240">
                  <a:moveTo>
                    <a:pt x="543598" y="2710230"/>
                  </a:moveTo>
                  <a:lnTo>
                    <a:pt x="510374" y="2710230"/>
                  </a:lnTo>
                  <a:lnTo>
                    <a:pt x="510374" y="1708365"/>
                  </a:lnTo>
                  <a:lnTo>
                    <a:pt x="543598" y="1708365"/>
                  </a:lnTo>
                  <a:lnTo>
                    <a:pt x="543598" y="2710230"/>
                  </a:lnTo>
                  <a:close/>
                </a:path>
                <a:path w="1471930" h="4460240">
                  <a:moveTo>
                    <a:pt x="667562" y="2710230"/>
                  </a:moveTo>
                  <a:lnTo>
                    <a:pt x="634339" y="2710230"/>
                  </a:lnTo>
                  <a:lnTo>
                    <a:pt x="634339" y="1708365"/>
                  </a:lnTo>
                  <a:lnTo>
                    <a:pt x="667562" y="1708365"/>
                  </a:lnTo>
                  <a:lnTo>
                    <a:pt x="667562" y="2710230"/>
                  </a:lnTo>
                  <a:close/>
                </a:path>
                <a:path w="1471930" h="4460240">
                  <a:moveTo>
                    <a:pt x="791514" y="2710230"/>
                  </a:moveTo>
                  <a:lnTo>
                    <a:pt x="758291" y="2710230"/>
                  </a:lnTo>
                  <a:lnTo>
                    <a:pt x="758291" y="1708365"/>
                  </a:lnTo>
                  <a:lnTo>
                    <a:pt x="791514" y="1708365"/>
                  </a:lnTo>
                  <a:lnTo>
                    <a:pt x="791514" y="2710230"/>
                  </a:lnTo>
                  <a:close/>
                </a:path>
                <a:path w="1471930" h="4460240">
                  <a:moveTo>
                    <a:pt x="419646" y="2710230"/>
                  </a:moveTo>
                  <a:lnTo>
                    <a:pt x="386422" y="2710230"/>
                  </a:lnTo>
                  <a:lnTo>
                    <a:pt x="386422" y="1708365"/>
                  </a:lnTo>
                  <a:lnTo>
                    <a:pt x="419646" y="1708365"/>
                  </a:lnTo>
                  <a:lnTo>
                    <a:pt x="419646" y="2710230"/>
                  </a:lnTo>
                  <a:close/>
                </a:path>
                <a:path w="1471930" h="4460240">
                  <a:moveTo>
                    <a:pt x="1011300" y="4097566"/>
                  </a:moveTo>
                  <a:lnTo>
                    <a:pt x="143471" y="4097566"/>
                  </a:lnTo>
                  <a:lnTo>
                    <a:pt x="143471" y="3331413"/>
                  </a:lnTo>
                  <a:lnTo>
                    <a:pt x="1011300" y="3331413"/>
                  </a:lnTo>
                  <a:lnTo>
                    <a:pt x="1011300" y="4097566"/>
                  </a:lnTo>
                  <a:close/>
                </a:path>
                <a:path w="1471930" h="4460240">
                  <a:moveTo>
                    <a:pt x="1011300" y="3331413"/>
                  </a:moveTo>
                  <a:lnTo>
                    <a:pt x="143471" y="3331413"/>
                  </a:lnTo>
                  <a:lnTo>
                    <a:pt x="143471" y="2871317"/>
                  </a:lnTo>
                  <a:lnTo>
                    <a:pt x="1011300" y="2871317"/>
                  </a:lnTo>
                  <a:lnTo>
                    <a:pt x="1011300" y="3331413"/>
                  </a:lnTo>
                  <a:close/>
                </a:path>
                <a:path w="1471930" h="4460240">
                  <a:moveTo>
                    <a:pt x="1419047" y="4459998"/>
                  </a:moveTo>
                  <a:lnTo>
                    <a:pt x="911631" y="4459998"/>
                  </a:lnTo>
                  <a:lnTo>
                    <a:pt x="911631" y="4097566"/>
                  </a:lnTo>
                  <a:lnTo>
                    <a:pt x="1419047" y="4097566"/>
                  </a:lnTo>
                  <a:lnTo>
                    <a:pt x="1419047" y="4459998"/>
                  </a:lnTo>
                  <a:close/>
                </a:path>
                <a:path w="1471930" h="4460240">
                  <a:moveTo>
                    <a:pt x="947877" y="3493503"/>
                  </a:moveTo>
                  <a:lnTo>
                    <a:pt x="859281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947877" y="3493503"/>
                  </a:lnTo>
                  <a:close/>
                </a:path>
                <a:path w="1471930" h="4460240">
                  <a:moveTo>
                    <a:pt x="911644" y="3431082"/>
                  </a:moveTo>
                  <a:lnTo>
                    <a:pt x="1012316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911644" y="3431082"/>
                  </a:lnTo>
                  <a:close/>
                </a:path>
                <a:path w="1471930" h="4460240">
                  <a:moveTo>
                    <a:pt x="911644" y="4459998"/>
                  </a:moveTo>
                  <a:lnTo>
                    <a:pt x="243141" y="4459998"/>
                  </a:lnTo>
                  <a:lnTo>
                    <a:pt x="243141" y="4097566"/>
                  </a:lnTo>
                  <a:lnTo>
                    <a:pt x="911644" y="4097566"/>
                  </a:lnTo>
                  <a:lnTo>
                    <a:pt x="911644" y="4459998"/>
                  </a:lnTo>
                  <a:close/>
                </a:path>
                <a:path w="1471930" h="4460240">
                  <a:moveTo>
                    <a:pt x="577392" y="3000184"/>
                  </a:moveTo>
                  <a:lnTo>
                    <a:pt x="531788" y="3004272"/>
                  </a:lnTo>
                  <a:lnTo>
                    <a:pt x="488865" y="3016057"/>
                  </a:lnTo>
                  <a:lnTo>
                    <a:pt x="449341" y="3034823"/>
                  </a:lnTo>
                  <a:lnTo>
                    <a:pt x="413931" y="3059853"/>
                  </a:lnTo>
                  <a:lnTo>
                    <a:pt x="383353" y="3090431"/>
                  </a:lnTo>
                  <a:lnTo>
                    <a:pt x="358323" y="3125841"/>
                  </a:lnTo>
                  <a:lnTo>
                    <a:pt x="339557" y="3165365"/>
                  </a:lnTo>
                  <a:lnTo>
                    <a:pt x="327772" y="3208288"/>
                  </a:lnTo>
                  <a:lnTo>
                    <a:pt x="323684" y="3253892"/>
                  </a:lnTo>
                  <a:lnTo>
                    <a:pt x="323684" y="4097566"/>
                  </a:lnTo>
                  <a:lnTo>
                    <a:pt x="577392" y="4097566"/>
                  </a:lnTo>
                  <a:lnTo>
                    <a:pt x="831100" y="4097566"/>
                  </a:lnTo>
                  <a:lnTo>
                    <a:pt x="831100" y="3253892"/>
                  </a:lnTo>
                  <a:lnTo>
                    <a:pt x="827013" y="3208288"/>
                  </a:lnTo>
                  <a:lnTo>
                    <a:pt x="815228" y="3165365"/>
                  </a:lnTo>
                  <a:lnTo>
                    <a:pt x="796462" y="3125841"/>
                  </a:lnTo>
                  <a:lnTo>
                    <a:pt x="771431" y="3090431"/>
                  </a:lnTo>
                  <a:lnTo>
                    <a:pt x="740853" y="3059853"/>
                  </a:lnTo>
                  <a:lnTo>
                    <a:pt x="705444" y="3034823"/>
                  </a:lnTo>
                  <a:lnTo>
                    <a:pt x="665919" y="3016057"/>
                  </a:lnTo>
                  <a:lnTo>
                    <a:pt x="622997" y="3004272"/>
                  </a:lnTo>
                  <a:lnTo>
                    <a:pt x="577392" y="3000184"/>
                  </a:lnTo>
                  <a:close/>
                </a:path>
                <a:path w="1471930" h="4460240">
                  <a:moveTo>
                    <a:pt x="831100" y="3364636"/>
                  </a:moveTo>
                  <a:lnTo>
                    <a:pt x="323684" y="3364636"/>
                  </a:lnTo>
                  <a:lnTo>
                    <a:pt x="323684" y="3298190"/>
                  </a:lnTo>
                  <a:lnTo>
                    <a:pt x="831100" y="3298190"/>
                  </a:lnTo>
                  <a:lnTo>
                    <a:pt x="831100" y="3364636"/>
                  </a:lnTo>
                  <a:close/>
                </a:path>
                <a:path w="1471930" h="4460240">
                  <a:moveTo>
                    <a:pt x="539572" y="4109389"/>
                  </a:moveTo>
                  <a:lnTo>
                    <a:pt x="506348" y="4109389"/>
                  </a:lnTo>
                  <a:lnTo>
                    <a:pt x="506348" y="3364382"/>
                  </a:lnTo>
                  <a:lnTo>
                    <a:pt x="539572" y="3364382"/>
                  </a:lnTo>
                  <a:lnTo>
                    <a:pt x="539572" y="4109389"/>
                  </a:lnTo>
                  <a:close/>
                </a:path>
                <a:path w="1471930" h="4460240">
                  <a:moveTo>
                    <a:pt x="663536" y="4109389"/>
                  </a:moveTo>
                  <a:lnTo>
                    <a:pt x="630313" y="4109389"/>
                  </a:lnTo>
                  <a:lnTo>
                    <a:pt x="630313" y="3364382"/>
                  </a:lnTo>
                  <a:lnTo>
                    <a:pt x="663536" y="3364382"/>
                  </a:lnTo>
                  <a:lnTo>
                    <a:pt x="663536" y="4109389"/>
                  </a:lnTo>
                  <a:close/>
                </a:path>
                <a:path w="1471930" h="4460240">
                  <a:moveTo>
                    <a:pt x="787488" y="4109389"/>
                  </a:moveTo>
                  <a:lnTo>
                    <a:pt x="754265" y="4109389"/>
                  </a:lnTo>
                  <a:lnTo>
                    <a:pt x="754265" y="3364382"/>
                  </a:lnTo>
                  <a:lnTo>
                    <a:pt x="787488" y="3364382"/>
                  </a:lnTo>
                  <a:lnTo>
                    <a:pt x="787488" y="4109389"/>
                  </a:lnTo>
                  <a:close/>
                </a:path>
                <a:path w="1471930" h="4460240">
                  <a:moveTo>
                    <a:pt x="415620" y="4109389"/>
                  </a:moveTo>
                  <a:lnTo>
                    <a:pt x="382396" y="4109389"/>
                  </a:lnTo>
                  <a:lnTo>
                    <a:pt x="382396" y="3364382"/>
                  </a:lnTo>
                  <a:lnTo>
                    <a:pt x="415620" y="3364382"/>
                  </a:lnTo>
                  <a:lnTo>
                    <a:pt x="415620" y="4109389"/>
                  </a:lnTo>
                  <a:close/>
                </a:path>
                <a:path w="1471930" h="4460240">
                  <a:moveTo>
                    <a:pt x="1011300" y="2871317"/>
                  </a:moveTo>
                  <a:lnTo>
                    <a:pt x="143471" y="2871317"/>
                  </a:lnTo>
                  <a:lnTo>
                    <a:pt x="143471" y="2790774"/>
                  </a:lnTo>
                  <a:lnTo>
                    <a:pt x="1011300" y="2790774"/>
                  </a:lnTo>
                  <a:lnTo>
                    <a:pt x="1011300" y="2871317"/>
                  </a:lnTo>
                  <a:close/>
                </a:path>
                <a:path w="1471930" h="4460240">
                  <a:moveTo>
                    <a:pt x="804417" y="2871317"/>
                  </a:moveTo>
                  <a:lnTo>
                    <a:pt x="350367" y="2871317"/>
                  </a:lnTo>
                  <a:lnTo>
                    <a:pt x="350367" y="2790774"/>
                  </a:lnTo>
                  <a:lnTo>
                    <a:pt x="804417" y="2790774"/>
                  </a:lnTo>
                  <a:lnTo>
                    <a:pt x="804417" y="2871317"/>
                  </a:lnTo>
                  <a:close/>
                </a:path>
                <a:path w="1471930" h="4460240">
                  <a:moveTo>
                    <a:pt x="1011300" y="2790774"/>
                  </a:moveTo>
                  <a:lnTo>
                    <a:pt x="143471" y="2790774"/>
                  </a:lnTo>
                  <a:lnTo>
                    <a:pt x="143471" y="2746476"/>
                  </a:lnTo>
                  <a:lnTo>
                    <a:pt x="1011300" y="2746476"/>
                  </a:lnTo>
                  <a:lnTo>
                    <a:pt x="1011300" y="2790774"/>
                  </a:lnTo>
                  <a:close/>
                </a:path>
                <a:path w="1471930" h="4460240">
                  <a:moveTo>
                    <a:pt x="143471" y="2746476"/>
                  </a:moveTo>
                  <a:lnTo>
                    <a:pt x="1011313" y="2746476"/>
                  </a:lnTo>
                  <a:lnTo>
                    <a:pt x="1011313" y="2452497"/>
                  </a:lnTo>
                  <a:lnTo>
                    <a:pt x="143471" y="2452497"/>
                  </a:lnTo>
                  <a:lnTo>
                    <a:pt x="143471" y="2746476"/>
                  </a:lnTo>
                  <a:close/>
                </a:path>
                <a:path w="1471930" h="4460240">
                  <a:moveTo>
                    <a:pt x="853744" y="2682036"/>
                  </a:moveTo>
                  <a:lnTo>
                    <a:pt x="309092" y="2682036"/>
                  </a:lnTo>
                  <a:lnTo>
                    <a:pt x="309092" y="2518943"/>
                  </a:lnTo>
                  <a:lnTo>
                    <a:pt x="853744" y="2518943"/>
                  </a:lnTo>
                  <a:lnTo>
                    <a:pt x="853744" y="2682036"/>
                  </a:lnTo>
                  <a:close/>
                </a:path>
                <a:path w="1471930" h="4460240">
                  <a:moveTo>
                    <a:pt x="333247" y="1720138"/>
                  </a:moveTo>
                  <a:lnTo>
                    <a:pt x="153047" y="1720138"/>
                  </a:lnTo>
                  <a:lnTo>
                    <a:pt x="153047" y="1630667"/>
                  </a:lnTo>
                  <a:lnTo>
                    <a:pt x="333247" y="1630667"/>
                  </a:lnTo>
                  <a:lnTo>
                    <a:pt x="333247" y="1720138"/>
                  </a:lnTo>
                  <a:close/>
                </a:path>
                <a:path w="1471930" h="4460240">
                  <a:moveTo>
                    <a:pt x="1015339" y="1720138"/>
                  </a:moveTo>
                  <a:lnTo>
                    <a:pt x="835126" y="1720138"/>
                  </a:lnTo>
                  <a:lnTo>
                    <a:pt x="835126" y="1630667"/>
                  </a:lnTo>
                  <a:lnTo>
                    <a:pt x="1015339" y="1630667"/>
                  </a:lnTo>
                  <a:lnTo>
                    <a:pt x="1015339" y="1720138"/>
                  </a:lnTo>
                  <a:close/>
                </a:path>
                <a:path w="1471930" h="4460240">
                  <a:moveTo>
                    <a:pt x="626160" y="1397406"/>
                  </a:moveTo>
                  <a:lnTo>
                    <a:pt x="536689" y="1397406"/>
                  </a:lnTo>
                  <a:lnTo>
                    <a:pt x="536689" y="1217193"/>
                  </a:lnTo>
                  <a:lnTo>
                    <a:pt x="626160" y="1217193"/>
                  </a:lnTo>
                  <a:lnTo>
                    <a:pt x="626160" y="1397406"/>
                  </a:lnTo>
                  <a:close/>
                </a:path>
                <a:path w="1471930" h="4460240">
                  <a:moveTo>
                    <a:pt x="1165339" y="979589"/>
                  </a:moveTo>
                  <a:lnTo>
                    <a:pt x="0" y="979589"/>
                  </a:lnTo>
                  <a:lnTo>
                    <a:pt x="0" y="738974"/>
                  </a:lnTo>
                  <a:lnTo>
                    <a:pt x="1165339" y="738974"/>
                  </a:lnTo>
                  <a:lnTo>
                    <a:pt x="1165339" y="979589"/>
                  </a:lnTo>
                  <a:close/>
                </a:path>
                <a:path w="1471930" h="4460240">
                  <a:moveTo>
                    <a:pt x="1165339" y="737971"/>
                  </a:moveTo>
                  <a:lnTo>
                    <a:pt x="0" y="737971"/>
                  </a:lnTo>
                  <a:lnTo>
                    <a:pt x="0" y="536613"/>
                  </a:lnTo>
                  <a:lnTo>
                    <a:pt x="1165339" y="536613"/>
                  </a:lnTo>
                  <a:lnTo>
                    <a:pt x="1165339" y="737971"/>
                  </a:lnTo>
                  <a:close/>
                </a:path>
                <a:path w="1471930" h="4460240">
                  <a:moveTo>
                    <a:pt x="644842" y="658939"/>
                  </a:moveTo>
                  <a:lnTo>
                    <a:pt x="517994" y="658939"/>
                  </a:lnTo>
                  <a:lnTo>
                    <a:pt x="517994" y="591985"/>
                  </a:lnTo>
                  <a:lnTo>
                    <a:pt x="644842" y="591985"/>
                  </a:lnTo>
                  <a:lnTo>
                    <a:pt x="644842" y="658939"/>
                  </a:lnTo>
                  <a:close/>
                </a:path>
                <a:path w="1471930" h="4460240">
                  <a:moveTo>
                    <a:pt x="931519" y="658939"/>
                  </a:moveTo>
                  <a:lnTo>
                    <a:pt x="804671" y="658939"/>
                  </a:lnTo>
                  <a:lnTo>
                    <a:pt x="804671" y="591985"/>
                  </a:lnTo>
                  <a:lnTo>
                    <a:pt x="931519" y="591985"/>
                  </a:lnTo>
                  <a:lnTo>
                    <a:pt x="931519" y="658939"/>
                  </a:lnTo>
                  <a:close/>
                </a:path>
                <a:path w="1471930" h="4460240">
                  <a:moveTo>
                    <a:pt x="1165339" y="658939"/>
                  </a:moveTo>
                  <a:lnTo>
                    <a:pt x="1091349" y="658939"/>
                  </a:lnTo>
                  <a:lnTo>
                    <a:pt x="1091349" y="591985"/>
                  </a:lnTo>
                  <a:lnTo>
                    <a:pt x="1165339" y="591985"/>
                  </a:lnTo>
                  <a:lnTo>
                    <a:pt x="1165339" y="658939"/>
                  </a:lnTo>
                  <a:close/>
                </a:path>
                <a:path w="1471930" h="4460240">
                  <a:moveTo>
                    <a:pt x="233832" y="591985"/>
                  </a:moveTo>
                  <a:lnTo>
                    <a:pt x="360692" y="591985"/>
                  </a:lnTo>
                  <a:lnTo>
                    <a:pt x="360692" y="658939"/>
                  </a:lnTo>
                  <a:lnTo>
                    <a:pt x="233832" y="658939"/>
                  </a:lnTo>
                  <a:lnTo>
                    <a:pt x="233832" y="591985"/>
                  </a:lnTo>
                  <a:close/>
                </a:path>
                <a:path w="1471930" h="4460240">
                  <a:moveTo>
                    <a:pt x="12" y="591985"/>
                  </a:moveTo>
                  <a:lnTo>
                    <a:pt x="74015" y="591985"/>
                  </a:lnTo>
                  <a:lnTo>
                    <a:pt x="74015" y="658939"/>
                  </a:lnTo>
                  <a:lnTo>
                    <a:pt x="12" y="658939"/>
                  </a:lnTo>
                  <a:lnTo>
                    <a:pt x="12" y="591985"/>
                  </a:lnTo>
                  <a:close/>
                </a:path>
                <a:path w="1471930" h="4460240">
                  <a:moveTo>
                    <a:pt x="1165339" y="535609"/>
                  </a:moveTo>
                  <a:lnTo>
                    <a:pt x="0" y="535609"/>
                  </a:lnTo>
                  <a:lnTo>
                    <a:pt x="0" y="434936"/>
                  </a:lnTo>
                  <a:lnTo>
                    <a:pt x="1165339" y="434936"/>
                  </a:lnTo>
                  <a:lnTo>
                    <a:pt x="1165339" y="535609"/>
                  </a:lnTo>
                  <a:close/>
                </a:path>
                <a:path w="1471930" h="4460240">
                  <a:moveTo>
                    <a:pt x="1056614" y="434924"/>
                  </a:moveTo>
                  <a:lnTo>
                    <a:pt x="132651" y="434924"/>
                  </a:lnTo>
                  <a:lnTo>
                    <a:pt x="132651" y="334251"/>
                  </a:lnTo>
                  <a:lnTo>
                    <a:pt x="1056614" y="334251"/>
                  </a:lnTo>
                  <a:lnTo>
                    <a:pt x="1056614" y="434924"/>
                  </a:lnTo>
                  <a:close/>
                </a:path>
                <a:path w="1471930" h="4460240">
                  <a:moveTo>
                    <a:pt x="1056614" y="68465"/>
                  </a:moveTo>
                  <a:lnTo>
                    <a:pt x="132651" y="68465"/>
                  </a:lnTo>
                  <a:lnTo>
                    <a:pt x="132651" y="0"/>
                  </a:lnTo>
                  <a:lnTo>
                    <a:pt x="1056614" y="0"/>
                  </a:lnTo>
                  <a:lnTo>
                    <a:pt x="1056614" y="68465"/>
                  </a:lnTo>
                  <a:close/>
                </a:path>
                <a:path w="1471930" h="4460240">
                  <a:moveTo>
                    <a:pt x="560019" y="412648"/>
                  </a:moveTo>
                  <a:lnTo>
                    <a:pt x="535736" y="412648"/>
                  </a:lnTo>
                  <a:lnTo>
                    <a:pt x="535736" y="34226"/>
                  </a:lnTo>
                  <a:lnTo>
                    <a:pt x="560019" y="34226"/>
                  </a:lnTo>
                  <a:lnTo>
                    <a:pt x="560019" y="412648"/>
                  </a:lnTo>
                  <a:close/>
                </a:path>
                <a:path w="1471930" h="4460240">
                  <a:moveTo>
                    <a:pt x="653529" y="412648"/>
                  </a:moveTo>
                  <a:lnTo>
                    <a:pt x="629234" y="412648"/>
                  </a:lnTo>
                  <a:lnTo>
                    <a:pt x="629234" y="34226"/>
                  </a:lnTo>
                  <a:lnTo>
                    <a:pt x="653529" y="34226"/>
                  </a:lnTo>
                  <a:lnTo>
                    <a:pt x="653529" y="412648"/>
                  </a:lnTo>
                  <a:close/>
                </a:path>
                <a:path w="1471930" h="4460240">
                  <a:moveTo>
                    <a:pt x="747026" y="412648"/>
                  </a:moveTo>
                  <a:lnTo>
                    <a:pt x="722731" y="412648"/>
                  </a:lnTo>
                  <a:lnTo>
                    <a:pt x="722731" y="34226"/>
                  </a:lnTo>
                  <a:lnTo>
                    <a:pt x="747026" y="34226"/>
                  </a:lnTo>
                  <a:lnTo>
                    <a:pt x="747026" y="412648"/>
                  </a:lnTo>
                  <a:close/>
                </a:path>
                <a:path w="1471930" h="4460240">
                  <a:moveTo>
                    <a:pt x="840536" y="412648"/>
                  </a:moveTo>
                  <a:lnTo>
                    <a:pt x="816241" y="412648"/>
                  </a:lnTo>
                  <a:lnTo>
                    <a:pt x="816241" y="34226"/>
                  </a:lnTo>
                  <a:lnTo>
                    <a:pt x="840536" y="34226"/>
                  </a:lnTo>
                  <a:lnTo>
                    <a:pt x="840536" y="412648"/>
                  </a:lnTo>
                  <a:close/>
                </a:path>
                <a:path w="1471930" h="4460240">
                  <a:moveTo>
                    <a:pt x="1382801" y="4097566"/>
                  </a:moveTo>
                  <a:lnTo>
                    <a:pt x="947877" y="4097566"/>
                  </a:lnTo>
                  <a:lnTo>
                    <a:pt x="947877" y="3493503"/>
                  </a:lnTo>
                  <a:lnTo>
                    <a:pt x="1382801" y="3493503"/>
                  </a:lnTo>
                  <a:lnTo>
                    <a:pt x="1382801" y="4097566"/>
                  </a:lnTo>
                  <a:close/>
                </a:path>
                <a:path w="1471930" h="4460240">
                  <a:moveTo>
                    <a:pt x="1382801" y="3493503"/>
                  </a:moveTo>
                  <a:lnTo>
                    <a:pt x="1471396" y="3431082"/>
                  </a:lnTo>
                  <a:lnTo>
                    <a:pt x="1165339" y="3431082"/>
                  </a:lnTo>
                  <a:lnTo>
                    <a:pt x="1165339" y="3493503"/>
                  </a:lnTo>
                  <a:lnTo>
                    <a:pt x="1382801" y="3493503"/>
                  </a:lnTo>
                  <a:close/>
                </a:path>
                <a:path w="1471930" h="4460240">
                  <a:moveTo>
                    <a:pt x="1419047" y="3431082"/>
                  </a:moveTo>
                  <a:lnTo>
                    <a:pt x="1318374" y="3298190"/>
                  </a:lnTo>
                  <a:lnTo>
                    <a:pt x="1165339" y="3298190"/>
                  </a:lnTo>
                  <a:lnTo>
                    <a:pt x="1165339" y="3431082"/>
                  </a:lnTo>
                  <a:lnTo>
                    <a:pt x="1419047" y="3431082"/>
                  </a:lnTo>
                  <a:close/>
                </a:path>
                <a:path w="1471930" h="4460240">
                  <a:moveTo>
                    <a:pt x="1318374" y="3298190"/>
                  </a:moveTo>
                  <a:lnTo>
                    <a:pt x="1012316" y="3298190"/>
                  </a:lnTo>
                  <a:lnTo>
                    <a:pt x="1012316" y="1469898"/>
                  </a:lnTo>
                  <a:lnTo>
                    <a:pt x="1318374" y="1469898"/>
                  </a:lnTo>
                  <a:lnTo>
                    <a:pt x="1318374" y="3298190"/>
                  </a:lnTo>
                  <a:close/>
                </a:path>
                <a:path w="1471930" h="4460240">
                  <a:moveTo>
                    <a:pt x="1012316" y="1469885"/>
                  </a:moveTo>
                  <a:lnTo>
                    <a:pt x="1318374" y="1469885"/>
                  </a:lnTo>
                  <a:lnTo>
                    <a:pt x="1318374" y="1385316"/>
                  </a:lnTo>
                  <a:lnTo>
                    <a:pt x="1012316" y="1385316"/>
                  </a:lnTo>
                  <a:lnTo>
                    <a:pt x="1012316" y="146988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07272" y="1883799"/>
              <a:ext cx="447624" cy="39526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450887" y="1580054"/>
              <a:ext cx="1681480" cy="3767454"/>
            </a:xfrm>
            <a:custGeom>
              <a:avLst/>
              <a:gdLst/>
              <a:ahLst/>
              <a:cxnLst/>
              <a:rect l="l" t="t" r="r" b="b"/>
              <a:pathLst>
                <a:path w="1681480" h="3767454">
                  <a:moveTo>
                    <a:pt x="1327175" y="92633"/>
                  </a:moveTo>
                  <a:lnTo>
                    <a:pt x="1633232" y="92633"/>
                  </a:lnTo>
                  <a:lnTo>
                    <a:pt x="1633232" y="310095"/>
                  </a:lnTo>
                  <a:lnTo>
                    <a:pt x="1327175" y="310095"/>
                  </a:lnTo>
                  <a:lnTo>
                    <a:pt x="1327175" y="92633"/>
                  </a:lnTo>
                  <a:close/>
                </a:path>
                <a:path w="1681480" h="3767454">
                  <a:moveTo>
                    <a:pt x="1279347" y="0"/>
                  </a:moveTo>
                  <a:lnTo>
                    <a:pt x="1681048" y="0"/>
                  </a:lnTo>
                  <a:lnTo>
                    <a:pt x="1681048" y="92621"/>
                  </a:lnTo>
                  <a:lnTo>
                    <a:pt x="1279347" y="92621"/>
                  </a:lnTo>
                  <a:lnTo>
                    <a:pt x="1279347" y="0"/>
                  </a:lnTo>
                  <a:close/>
                </a:path>
                <a:path w="1681480" h="3767454">
                  <a:moveTo>
                    <a:pt x="559765" y="3767340"/>
                  </a:moveTo>
                  <a:lnTo>
                    <a:pt x="52349" y="3767340"/>
                  </a:lnTo>
                  <a:lnTo>
                    <a:pt x="52349" y="3404908"/>
                  </a:lnTo>
                  <a:lnTo>
                    <a:pt x="559765" y="3404908"/>
                  </a:lnTo>
                  <a:lnTo>
                    <a:pt x="559765" y="3767340"/>
                  </a:lnTo>
                  <a:close/>
                </a:path>
                <a:path w="1681480" h="3767454">
                  <a:moveTo>
                    <a:pt x="88595" y="2800845"/>
                  </a:moveTo>
                  <a:lnTo>
                    <a:pt x="0" y="2738424"/>
                  </a:lnTo>
                  <a:lnTo>
                    <a:pt x="306057" y="2738424"/>
                  </a:lnTo>
                  <a:lnTo>
                    <a:pt x="306057" y="2800845"/>
                  </a:lnTo>
                  <a:lnTo>
                    <a:pt x="88595" y="2800845"/>
                  </a:lnTo>
                  <a:close/>
                </a:path>
                <a:path w="1681480" h="3767454">
                  <a:moveTo>
                    <a:pt x="52349" y="2738424"/>
                  </a:moveTo>
                  <a:lnTo>
                    <a:pt x="153022" y="2605532"/>
                  </a:lnTo>
                  <a:lnTo>
                    <a:pt x="306057" y="2605532"/>
                  </a:lnTo>
                  <a:lnTo>
                    <a:pt x="306057" y="2738424"/>
                  </a:lnTo>
                  <a:lnTo>
                    <a:pt x="52349" y="2738424"/>
                  </a:lnTo>
                  <a:close/>
                </a:path>
                <a:path w="1681480" h="3767454">
                  <a:moveTo>
                    <a:pt x="523519" y="3404908"/>
                  </a:moveTo>
                  <a:lnTo>
                    <a:pt x="88595" y="3404908"/>
                  </a:lnTo>
                  <a:lnTo>
                    <a:pt x="88595" y="2800845"/>
                  </a:lnTo>
                  <a:lnTo>
                    <a:pt x="523519" y="2800845"/>
                  </a:lnTo>
                  <a:lnTo>
                    <a:pt x="523519" y="3404908"/>
                  </a:lnTo>
                  <a:close/>
                </a:path>
                <a:path w="1681480" h="3767454">
                  <a:moveTo>
                    <a:pt x="523519" y="2800845"/>
                  </a:moveTo>
                  <a:lnTo>
                    <a:pt x="612114" y="2738424"/>
                  </a:lnTo>
                  <a:lnTo>
                    <a:pt x="306057" y="2738424"/>
                  </a:lnTo>
                  <a:lnTo>
                    <a:pt x="306057" y="2800845"/>
                  </a:lnTo>
                  <a:lnTo>
                    <a:pt x="523519" y="2800845"/>
                  </a:lnTo>
                  <a:close/>
                </a:path>
                <a:path w="1681480" h="3767454">
                  <a:moveTo>
                    <a:pt x="559765" y="2738424"/>
                  </a:moveTo>
                  <a:lnTo>
                    <a:pt x="459079" y="2605532"/>
                  </a:lnTo>
                  <a:lnTo>
                    <a:pt x="306057" y="2605532"/>
                  </a:lnTo>
                  <a:lnTo>
                    <a:pt x="306057" y="2738424"/>
                  </a:lnTo>
                  <a:lnTo>
                    <a:pt x="559765" y="2738424"/>
                  </a:lnTo>
                  <a:close/>
                </a:path>
                <a:path w="1681480" h="3767454">
                  <a:moveTo>
                    <a:pt x="459079" y="2605532"/>
                  </a:moveTo>
                  <a:lnTo>
                    <a:pt x="153022" y="2605532"/>
                  </a:lnTo>
                  <a:lnTo>
                    <a:pt x="153022" y="777239"/>
                  </a:lnTo>
                  <a:lnTo>
                    <a:pt x="459079" y="777239"/>
                  </a:lnTo>
                  <a:lnTo>
                    <a:pt x="459079" y="2605532"/>
                  </a:lnTo>
                  <a:close/>
                </a:path>
                <a:path w="1681480" h="3767454">
                  <a:moveTo>
                    <a:pt x="153022" y="777227"/>
                  </a:moveTo>
                  <a:lnTo>
                    <a:pt x="459079" y="777227"/>
                  </a:lnTo>
                  <a:lnTo>
                    <a:pt x="459079" y="692657"/>
                  </a:lnTo>
                  <a:lnTo>
                    <a:pt x="153022" y="692657"/>
                  </a:lnTo>
                  <a:lnTo>
                    <a:pt x="153022" y="7772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33132" y="1883799"/>
              <a:ext cx="447624" cy="39526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556094" y="856192"/>
              <a:ext cx="1529080" cy="1034415"/>
            </a:xfrm>
            <a:custGeom>
              <a:avLst/>
              <a:gdLst/>
              <a:ahLst/>
              <a:cxnLst/>
              <a:rect l="l" t="t" r="r" b="b"/>
              <a:pathLst>
                <a:path w="1529080" h="1034414">
                  <a:moveTo>
                    <a:pt x="47815" y="816495"/>
                  </a:moveTo>
                  <a:lnTo>
                    <a:pt x="353872" y="816495"/>
                  </a:lnTo>
                  <a:lnTo>
                    <a:pt x="353872" y="1033957"/>
                  </a:lnTo>
                  <a:lnTo>
                    <a:pt x="47815" y="1033957"/>
                  </a:lnTo>
                  <a:lnTo>
                    <a:pt x="47815" y="816495"/>
                  </a:lnTo>
                  <a:close/>
                </a:path>
                <a:path w="1529080" h="1034414">
                  <a:moveTo>
                    <a:pt x="0" y="723861"/>
                  </a:moveTo>
                  <a:lnTo>
                    <a:pt x="401700" y="723861"/>
                  </a:lnTo>
                  <a:lnTo>
                    <a:pt x="401700" y="816483"/>
                  </a:lnTo>
                  <a:lnTo>
                    <a:pt x="0" y="816483"/>
                  </a:lnTo>
                  <a:lnTo>
                    <a:pt x="0" y="723861"/>
                  </a:lnTo>
                  <a:close/>
                </a:path>
                <a:path w="1529080" h="1034414">
                  <a:moveTo>
                    <a:pt x="1050188" y="443852"/>
                  </a:moveTo>
                  <a:lnTo>
                    <a:pt x="1025893" y="443852"/>
                  </a:lnTo>
                  <a:lnTo>
                    <a:pt x="1025893" y="65430"/>
                  </a:lnTo>
                  <a:lnTo>
                    <a:pt x="1050188" y="65430"/>
                  </a:lnTo>
                  <a:lnTo>
                    <a:pt x="1050188" y="443852"/>
                  </a:lnTo>
                  <a:close/>
                </a:path>
                <a:path w="1529080" h="1034414">
                  <a:moveTo>
                    <a:pt x="1143685" y="443852"/>
                  </a:moveTo>
                  <a:lnTo>
                    <a:pt x="1119390" y="443852"/>
                  </a:lnTo>
                  <a:lnTo>
                    <a:pt x="1119390" y="65430"/>
                  </a:lnTo>
                  <a:lnTo>
                    <a:pt x="1143685" y="65430"/>
                  </a:lnTo>
                  <a:lnTo>
                    <a:pt x="1143685" y="443852"/>
                  </a:lnTo>
                  <a:close/>
                </a:path>
                <a:path w="1529080" h="1034414">
                  <a:moveTo>
                    <a:pt x="1143685" y="433857"/>
                  </a:moveTo>
                  <a:lnTo>
                    <a:pt x="1119390" y="433857"/>
                  </a:lnTo>
                  <a:lnTo>
                    <a:pt x="1119390" y="55435"/>
                  </a:lnTo>
                  <a:lnTo>
                    <a:pt x="1143685" y="55435"/>
                  </a:lnTo>
                  <a:lnTo>
                    <a:pt x="1143685" y="433857"/>
                  </a:lnTo>
                  <a:close/>
                </a:path>
                <a:path w="1529080" h="1034414">
                  <a:moveTo>
                    <a:pt x="1237195" y="433857"/>
                  </a:moveTo>
                  <a:lnTo>
                    <a:pt x="1212913" y="433857"/>
                  </a:lnTo>
                  <a:lnTo>
                    <a:pt x="1212913" y="55435"/>
                  </a:lnTo>
                  <a:lnTo>
                    <a:pt x="1237195" y="55435"/>
                  </a:lnTo>
                  <a:lnTo>
                    <a:pt x="1237195" y="433857"/>
                  </a:lnTo>
                  <a:close/>
                </a:path>
                <a:path w="1529080" h="1034414">
                  <a:moveTo>
                    <a:pt x="395668" y="453859"/>
                  </a:moveTo>
                  <a:lnTo>
                    <a:pt x="371373" y="453859"/>
                  </a:lnTo>
                  <a:lnTo>
                    <a:pt x="371373" y="75438"/>
                  </a:lnTo>
                  <a:lnTo>
                    <a:pt x="395668" y="75438"/>
                  </a:lnTo>
                  <a:lnTo>
                    <a:pt x="395668" y="453859"/>
                  </a:lnTo>
                  <a:close/>
                </a:path>
                <a:path w="1529080" h="1034414">
                  <a:moveTo>
                    <a:pt x="489165" y="453859"/>
                  </a:moveTo>
                  <a:lnTo>
                    <a:pt x="464870" y="453859"/>
                  </a:lnTo>
                  <a:lnTo>
                    <a:pt x="464870" y="75438"/>
                  </a:lnTo>
                  <a:lnTo>
                    <a:pt x="489165" y="75438"/>
                  </a:lnTo>
                  <a:lnTo>
                    <a:pt x="489165" y="453859"/>
                  </a:lnTo>
                  <a:close/>
                </a:path>
                <a:path w="1529080" h="1034414">
                  <a:moveTo>
                    <a:pt x="582663" y="453859"/>
                  </a:moveTo>
                  <a:lnTo>
                    <a:pt x="558380" y="453859"/>
                  </a:lnTo>
                  <a:lnTo>
                    <a:pt x="558380" y="75438"/>
                  </a:lnTo>
                  <a:lnTo>
                    <a:pt x="582663" y="75438"/>
                  </a:lnTo>
                  <a:lnTo>
                    <a:pt x="582663" y="453859"/>
                  </a:lnTo>
                  <a:close/>
                </a:path>
                <a:path w="1529080" h="1034414">
                  <a:moveTo>
                    <a:pt x="582663" y="453859"/>
                  </a:moveTo>
                  <a:lnTo>
                    <a:pt x="558380" y="453859"/>
                  </a:lnTo>
                  <a:lnTo>
                    <a:pt x="558380" y="75438"/>
                  </a:lnTo>
                  <a:lnTo>
                    <a:pt x="582663" y="75438"/>
                  </a:lnTo>
                  <a:lnTo>
                    <a:pt x="582663" y="453859"/>
                  </a:lnTo>
                  <a:close/>
                </a:path>
                <a:path w="1529080" h="1034414">
                  <a:moveTo>
                    <a:pt x="676173" y="453859"/>
                  </a:moveTo>
                  <a:lnTo>
                    <a:pt x="651878" y="453859"/>
                  </a:lnTo>
                  <a:lnTo>
                    <a:pt x="651878" y="75438"/>
                  </a:lnTo>
                  <a:lnTo>
                    <a:pt x="676173" y="75438"/>
                  </a:lnTo>
                  <a:lnTo>
                    <a:pt x="676173" y="453859"/>
                  </a:lnTo>
                  <a:close/>
                </a:path>
                <a:path w="1529080" h="1034414">
                  <a:moveTo>
                    <a:pt x="676173" y="443852"/>
                  </a:moveTo>
                  <a:lnTo>
                    <a:pt x="651878" y="443852"/>
                  </a:lnTo>
                  <a:lnTo>
                    <a:pt x="651878" y="65430"/>
                  </a:lnTo>
                  <a:lnTo>
                    <a:pt x="676173" y="65430"/>
                  </a:lnTo>
                  <a:lnTo>
                    <a:pt x="676173" y="443852"/>
                  </a:lnTo>
                  <a:close/>
                </a:path>
                <a:path w="1529080" h="1034414">
                  <a:moveTo>
                    <a:pt x="676173" y="443852"/>
                  </a:moveTo>
                  <a:lnTo>
                    <a:pt x="651878" y="443852"/>
                  </a:lnTo>
                  <a:lnTo>
                    <a:pt x="651878" y="65430"/>
                  </a:lnTo>
                  <a:lnTo>
                    <a:pt x="676173" y="65430"/>
                  </a:lnTo>
                  <a:lnTo>
                    <a:pt x="676173" y="443852"/>
                  </a:lnTo>
                  <a:close/>
                </a:path>
                <a:path w="1529080" h="1034414">
                  <a:moveTo>
                    <a:pt x="769670" y="443852"/>
                  </a:moveTo>
                  <a:lnTo>
                    <a:pt x="745388" y="443852"/>
                  </a:lnTo>
                  <a:lnTo>
                    <a:pt x="745388" y="65430"/>
                  </a:lnTo>
                  <a:lnTo>
                    <a:pt x="769670" y="65430"/>
                  </a:lnTo>
                  <a:lnTo>
                    <a:pt x="769670" y="443852"/>
                  </a:lnTo>
                  <a:close/>
                </a:path>
                <a:path w="1529080" h="1034414">
                  <a:moveTo>
                    <a:pt x="1528533" y="466128"/>
                  </a:moveTo>
                  <a:lnTo>
                    <a:pt x="1221473" y="466128"/>
                  </a:lnTo>
                  <a:lnTo>
                    <a:pt x="1221473" y="264642"/>
                  </a:lnTo>
                  <a:lnTo>
                    <a:pt x="1528533" y="264642"/>
                  </a:lnTo>
                  <a:lnTo>
                    <a:pt x="1528533" y="466128"/>
                  </a:lnTo>
                  <a:close/>
                </a:path>
                <a:path w="1529080" h="1034414">
                  <a:moveTo>
                    <a:pt x="1528025" y="266915"/>
                  </a:moveTo>
                  <a:lnTo>
                    <a:pt x="1221968" y="266915"/>
                  </a:lnTo>
                  <a:lnTo>
                    <a:pt x="1221968" y="65430"/>
                  </a:lnTo>
                  <a:lnTo>
                    <a:pt x="1528025" y="65430"/>
                  </a:lnTo>
                  <a:lnTo>
                    <a:pt x="1528025" y="266915"/>
                  </a:lnTo>
                  <a:close/>
                </a:path>
                <a:path w="1529080" h="1034414">
                  <a:moveTo>
                    <a:pt x="1528025" y="67703"/>
                  </a:moveTo>
                  <a:lnTo>
                    <a:pt x="1221968" y="67703"/>
                  </a:lnTo>
                  <a:lnTo>
                    <a:pt x="1221968" y="0"/>
                  </a:lnTo>
                  <a:lnTo>
                    <a:pt x="1374990" y="0"/>
                  </a:lnTo>
                  <a:lnTo>
                    <a:pt x="1528025" y="0"/>
                  </a:lnTo>
                  <a:lnTo>
                    <a:pt x="1528025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1512" y="792450"/>
              <a:ext cx="379158" cy="70091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747862" y="764955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30" h="30479">
                  <a:moveTo>
                    <a:pt x="366458" y="30149"/>
                  </a:moveTo>
                  <a:lnTo>
                    <a:pt x="0" y="30149"/>
                  </a:lnTo>
                  <a:lnTo>
                    <a:pt x="0" y="0"/>
                  </a:lnTo>
                  <a:lnTo>
                    <a:pt x="183222" y="0"/>
                  </a:lnTo>
                  <a:lnTo>
                    <a:pt x="366458" y="0"/>
                  </a:lnTo>
                  <a:lnTo>
                    <a:pt x="366458" y="3014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9" name="object 6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41512" y="457196"/>
              <a:ext cx="379158" cy="31410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624166" y="856192"/>
              <a:ext cx="307340" cy="466725"/>
            </a:xfrm>
            <a:custGeom>
              <a:avLst/>
              <a:gdLst/>
              <a:ahLst/>
              <a:cxnLst/>
              <a:rect l="l" t="t" r="r" b="b"/>
              <a:pathLst>
                <a:path w="307339" h="466725">
                  <a:moveTo>
                    <a:pt x="307073" y="466128"/>
                  </a:moveTo>
                  <a:lnTo>
                    <a:pt x="0" y="466128"/>
                  </a:lnTo>
                  <a:lnTo>
                    <a:pt x="0" y="264642"/>
                  </a:lnTo>
                  <a:lnTo>
                    <a:pt x="307073" y="264642"/>
                  </a:lnTo>
                  <a:lnTo>
                    <a:pt x="307073" y="466128"/>
                  </a:lnTo>
                  <a:close/>
                </a:path>
                <a:path w="307339" h="466725">
                  <a:moveTo>
                    <a:pt x="306578" y="266915"/>
                  </a:moveTo>
                  <a:lnTo>
                    <a:pt x="520" y="266915"/>
                  </a:lnTo>
                  <a:lnTo>
                    <a:pt x="520" y="65430"/>
                  </a:lnTo>
                  <a:lnTo>
                    <a:pt x="306578" y="65430"/>
                  </a:lnTo>
                  <a:lnTo>
                    <a:pt x="306578" y="266915"/>
                  </a:lnTo>
                  <a:close/>
                </a:path>
                <a:path w="307339" h="466725">
                  <a:moveTo>
                    <a:pt x="306578" y="67703"/>
                  </a:moveTo>
                  <a:lnTo>
                    <a:pt x="520" y="67703"/>
                  </a:lnTo>
                  <a:lnTo>
                    <a:pt x="520" y="0"/>
                  </a:lnTo>
                  <a:lnTo>
                    <a:pt x="153543" y="0"/>
                  </a:lnTo>
                  <a:lnTo>
                    <a:pt x="306578" y="0"/>
                  </a:lnTo>
                  <a:lnTo>
                    <a:pt x="306578" y="677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8123" y="792450"/>
              <a:ext cx="379171" cy="70091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594473" y="764955"/>
              <a:ext cx="367030" cy="30480"/>
            </a:xfrm>
            <a:custGeom>
              <a:avLst/>
              <a:gdLst/>
              <a:ahLst/>
              <a:cxnLst/>
              <a:rect l="l" t="t" r="r" b="b"/>
              <a:pathLst>
                <a:path w="367030" h="30479">
                  <a:moveTo>
                    <a:pt x="366471" y="30149"/>
                  </a:moveTo>
                  <a:lnTo>
                    <a:pt x="0" y="30149"/>
                  </a:lnTo>
                  <a:lnTo>
                    <a:pt x="0" y="0"/>
                  </a:lnTo>
                  <a:lnTo>
                    <a:pt x="183235" y="0"/>
                  </a:lnTo>
                  <a:lnTo>
                    <a:pt x="366471" y="0"/>
                  </a:lnTo>
                  <a:lnTo>
                    <a:pt x="366471" y="3014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3" name="object 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88126" y="457206"/>
              <a:ext cx="379158" cy="31409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992051" y="4374851"/>
              <a:ext cx="5012690" cy="610235"/>
            </a:xfrm>
            <a:custGeom>
              <a:avLst/>
              <a:gdLst/>
              <a:ahLst/>
              <a:cxnLst/>
              <a:rect l="l" t="t" r="r" b="b"/>
              <a:pathLst>
                <a:path w="5012690" h="610235">
                  <a:moveTo>
                    <a:pt x="362432" y="610108"/>
                  </a:moveTo>
                  <a:lnTo>
                    <a:pt x="0" y="610108"/>
                  </a:lnTo>
                  <a:lnTo>
                    <a:pt x="0" y="0"/>
                  </a:lnTo>
                  <a:lnTo>
                    <a:pt x="362432" y="0"/>
                  </a:lnTo>
                  <a:lnTo>
                    <a:pt x="362432" y="610108"/>
                  </a:lnTo>
                  <a:close/>
                </a:path>
                <a:path w="5012690" h="610235">
                  <a:moveTo>
                    <a:pt x="154584" y="610108"/>
                  </a:moveTo>
                  <a:lnTo>
                    <a:pt x="130797" y="610108"/>
                  </a:lnTo>
                  <a:lnTo>
                    <a:pt x="130797" y="0"/>
                  </a:lnTo>
                  <a:lnTo>
                    <a:pt x="154584" y="0"/>
                  </a:lnTo>
                  <a:lnTo>
                    <a:pt x="154584" y="610108"/>
                  </a:lnTo>
                  <a:close/>
                </a:path>
                <a:path w="5012690" h="610235">
                  <a:moveTo>
                    <a:pt x="243344" y="610108"/>
                  </a:moveTo>
                  <a:lnTo>
                    <a:pt x="219557" y="610108"/>
                  </a:lnTo>
                  <a:lnTo>
                    <a:pt x="219557" y="0"/>
                  </a:lnTo>
                  <a:lnTo>
                    <a:pt x="243344" y="0"/>
                  </a:lnTo>
                  <a:lnTo>
                    <a:pt x="243344" y="610108"/>
                  </a:lnTo>
                  <a:close/>
                </a:path>
                <a:path w="5012690" h="610235">
                  <a:moveTo>
                    <a:pt x="332092" y="610108"/>
                  </a:moveTo>
                  <a:lnTo>
                    <a:pt x="308305" y="610108"/>
                  </a:lnTo>
                  <a:lnTo>
                    <a:pt x="308305" y="0"/>
                  </a:lnTo>
                  <a:lnTo>
                    <a:pt x="332092" y="0"/>
                  </a:lnTo>
                  <a:lnTo>
                    <a:pt x="332092" y="610108"/>
                  </a:lnTo>
                  <a:close/>
                </a:path>
                <a:path w="5012690" h="610235">
                  <a:moveTo>
                    <a:pt x="65824" y="610108"/>
                  </a:moveTo>
                  <a:lnTo>
                    <a:pt x="42037" y="610108"/>
                  </a:lnTo>
                  <a:lnTo>
                    <a:pt x="42037" y="0"/>
                  </a:lnTo>
                  <a:lnTo>
                    <a:pt x="65824" y="0"/>
                  </a:lnTo>
                  <a:lnTo>
                    <a:pt x="65824" y="610108"/>
                  </a:lnTo>
                  <a:close/>
                </a:path>
                <a:path w="5012690" h="610235">
                  <a:moveTo>
                    <a:pt x="5011420" y="610108"/>
                  </a:moveTo>
                  <a:lnTo>
                    <a:pt x="4648987" y="610108"/>
                  </a:lnTo>
                  <a:lnTo>
                    <a:pt x="4648987" y="0"/>
                  </a:lnTo>
                  <a:lnTo>
                    <a:pt x="5011420" y="0"/>
                  </a:lnTo>
                  <a:lnTo>
                    <a:pt x="5011420" y="610108"/>
                  </a:lnTo>
                  <a:close/>
                </a:path>
                <a:path w="5012690" h="610235">
                  <a:moveTo>
                    <a:pt x="5012309" y="320319"/>
                  </a:moveTo>
                  <a:lnTo>
                    <a:pt x="4648987" y="320319"/>
                  </a:lnTo>
                  <a:lnTo>
                    <a:pt x="4648987" y="289801"/>
                  </a:lnTo>
                  <a:lnTo>
                    <a:pt x="5012309" y="289801"/>
                  </a:lnTo>
                  <a:lnTo>
                    <a:pt x="5012309" y="320319"/>
                  </a:lnTo>
                  <a:close/>
                </a:path>
                <a:path w="5012690" h="610235">
                  <a:moveTo>
                    <a:pt x="4803571" y="610108"/>
                  </a:moveTo>
                  <a:lnTo>
                    <a:pt x="4779784" y="610108"/>
                  </a:lnTo>
                  <a:lnTo>
                    <a:pt x="4779784" y="0"/>
                  </a:lnTo>
                  <a:lnTo>
                    <a:pt x="4803571" y="0"/>
                  </a:lnTo>
                  <a:lnTo>
                    <a:pt x="4803571" y="610108"/>
                  </a:lnTo>
                  <a:close/>
                </a:path>
                <a:path w="5012690" h="610235">
                  <a:moveTo>
                    <a:pt x="4892332" y="610108"/>
                  </a:moveTo>
                  <a:lnTo>
                    <a:pt x="4868545" y="610108"/>
                  </a:lnTo>
                  <a:lnTo>
                    <a:pt x="4868545" y="0"/>
                  </a:lnTo>
                  <a:lnTo>
                    <a:pt x="4892332" y="0"/>
                  </a:lnTo>
                  <a:lnTo>
                    <a:pt x="4892332" y="610108"/>
                  </a:lnTo>
                  <a:close/>
                </a:path>
                <a:path w="5012690" h="610235">
                  <a:moveTo>
                    <a:pt x="4981079" y="610108"/>
                  </a:moveTo>
                  <a:lnTo>
                    <a:pt x="4957292" y="610108"/>
                  </a:lnTo>
                  <a:lnTo>
                    <a:pt x="4957292" y="0"/>
                  </a:lnTo>
                  <a:lnTo>
                    <a:pt x="4981079" y="0"/>
                  </a:lnTo>
                  <a:lnTo>
                    <a:pt x="4981079" y="610108"/>
                  </a:lnTo>
                  <a:close/>
                </a:path>
                <a:path w="5012690" h="610235">
                  <a:moveTo>
                    <a:pt x="4714811" y="610108"/>
                  </a:moveTo>
                  <a:lnTo>
                    <a:pt x="4691024" y="610108"/>
                  </a:lnTo>
                  <a:lnTo>
                    <a:pt x="4691024" y="0"/>
                  </a:lnTo>
                  <a:lnTo>
                    <a:pt x="4714811" y="0"/>
                  </a:lnTo>
                  <a:lnTo>
                    <a:pt x="4714811" y="61010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5" name="object 7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0" y="0"/>
              <a:ext cx="12188952" cy="6858000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228601" y="2133600"/>
            <a:ext cx="51054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3600" b="1" dirty="0" err="1">
                <a:latin typeface="Calibri" panose="020F0502020204030204" pitchFamily="34" charset="0"/>
                <a:cs typeface="Calibri" panose="020F0502020204030204" pitchFamily="34" charset="0"/>
              </a:rPr>
              <a:t>LayerAlterator</a:t>
            </a:r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A Raster Processing Tool for Urban Change Simulation</a:t>
            </a:r>
          </a:p>
        </p:txBody>
      </p:sp>
      <p:grpSp>
        <p:nvGrpSpPr>
          <p:cNvPr id="80" name="object 80"/>
          <p:cNvGrpSpPr/>
          <p:nvPr/>
        </p:nvGrpSpPr>
        <p:grpSpPr>
          <a:xfrm>
            <a:off x="0" y="457196"/>
            <a:ext cx="12189460" cy="6400800"/>
            <a:chOff x="0" y="457196"/>
            <a:chExt cx="12189460" cy="6400800"/>
          </a:xfrm>
        </p:grpSpPr>
        <p:sp>
          <p:nvSpPr>
            <p:cNvPr id="81" name="object 81"/>
            <p:cNvSpPr/>
            <p:nvPr/>
          </p:nvSpPr>
          <p:spPr>
            <a:xfrm>
              <a:off x="893953" y="646378"/>
              <a:ext cx="2301875" cy="613410"/>
            </a:xfrm>
            <a:custGeom>
              <a:avLst/>
              <a:gdLst/>
              <a:ahLst/>
              <a:cxnLst/>
              <a:rect l="l" t="t" r="r" b="b"/>
              <a:pathLst>
                <a:path w="2301875" h="613410">
                  <a:moveTo>
                    <a:pt x="10109" y="612254"/>
                  </a:moveTo>
                  <a:lnTo>
                    <a:pt x="6642" y="576872"/>
                  </a:lnTo>
                  <a:lnTo>
                    <a:pt x="0" y="577494"/>
                  </a:lnTo>
                  <a:lnTo>
                    <a:pt x="3492" y="612902"/>
                  </a:lnTo>
                  <a:lnTo>
                    <a:pt x="10109" y="612254"/>
                  </a:lnTo>
                  <a:close/>
                </a:path>
                <a:path w="2301875" h="613410">
                  <a:moveTo>
                    <a:pt x="28740" y="609727"/>
                  </a:moveTo>
                  <a:lnTo>
                    <a:pt x="23507" y="574522"/>
                  </a:lnTo>
                  <a:lnTo>
                    <a:pt x="16891" y="575500"/>
                  </a:lnTo>
                  <a:lnTo>
                    <a:pt x="22186" y="610704"/>
                  </a:lnTo>
                  <a:lnTo>
                    <a:pt x="28740" y="609727"/>
                  </a:lnTo>
                  <a:close/>
                </a:path>
                <a:path w="2301875" h="613410">
                  <a:moveTo>
                    <a:pt x="47231" y="606323"/>
                  </a:moveTo>
                  <a:lnTo>
                    <a:pt x="40246" y="571436"/>
                  </a:lnTo>
                  <a:lnTo>
                    <a:pt x="33693" y="572744"/>
                  </a:lnTo>
                  <a:lnTo>
                    <a:pt x="40703" y="607631"/>
                  </a:lnTo>
                  <a:lnTo>
                    <a:pt x="47231" y="606323"/>
                  </a:lnTo>
                  <a:close/>
                </a:path>
                <a:path w="2301875" h="613410">
                  <a:moveTo>
                    <a:pt x="366496" y="238798"/>
                  </a:moveTo>
                  <a:lnTo>
                    <a:pt x="330987" y="236435"/>
                  </a:lnTo>
                  <a:lnTo>
                    <a:pt x="330517" y="243103"/>
                  </a:lnTo>
                  <a:lnTo>
                    <a:pt x="366064" y="245452"/>
                  </a:lnTo>
                  <a:lnTo>
                    <a:pt x="366496" y="238798"/>
                  </a:lnTo>
                  <a:close/>
                </a:path>
                <a:path w="2301875" h="613410">
                  <a:moveTo>
                    <a:pt x="366699" y="191249"/>
                  </a:moveTo>
                  <a:lnTo>
                    <a:pt x="366280" y="184594"/>
                  </a:lnTo>
                  <a:lnTo>
                    <a:pt x="330746" y="186918"/>
                  </a:lnTo>
                  <a:lnTo>
                    <a:pt x="331165" y="193573"/>
                  </a:lnTo>
                  <a:lnTo>
                    <a:pt x="366699" y="191249"/>
                  </a:lnTo>
                  <a:close/>
                </a:path>
                <a:path w="2301875" h="613410">
                  <a:moveTo>
                    <a:pt x="367144" y="221564"/>
                  </a:moveTo>
                  <a:lnTo>
                    <a:pt x="331584" y="220332"/>
                  </a:lnTo>
                  <a:lnTo>
                    <a:pt x="331304" y="226987"/>
                  </a:lnTo>
                  <a:lnTo>
                    <a:pt x="366915" y="228219"/>
                  </a:lnTo>
                  <a:lnTo>
                    <a:pt x="367144" y="221564"/>
                  </a:lnTo>
                  <a:close/>
                </a:path>
                <a:path w="2301875" h="613410">
                  <a:moveTo>
                    <a:pt x="367220" y="210019"/>
                  </a:moveTo>
                  <a:lnTo>
                    <a:pt x="367131" y="203365"/>
                  </a:lnTo>
                  <a:lnTo>
                    <a:pt x="331520" y="203923"/>
                  </a:lnTo>
                  <a:lnTo>
                    <a:pt x="331647" y="210578"/>
                  </a:lnTo>
                  <a:lnTo>
                    <a:pt x="367220" y="210019"/>
                  </a:lnTo>
                  <a:close/>
                </a:path>
                <a:path w="2301875" h="613410">
                  <a:moveTo>
                    <a:pt x="610412" y="65036"/>
                  </a:moveTo>
                  <a:lnTo>
                    <a:pt x="605434" y="40944"/>
                  </a:lnTo>
                  <a:lnTo>
                    <a:pt x="603034" y="37452"/>
                  </a:lnTo>
                  <a:lnTo>
                    <a:pt x="591870" y="21145"/>
                  </a:lnTo>
                  <a:lnTo>
                    <a:pt x="574116" y="9283"/>
                  </a:lnTo>
                  <a:lnTo>
                    <a:pt x="574116" y="64770"/>
                  </a:lnTo>
                  <a:lnTo>
                    <a:pt x="571804" y="76352"/>
                  </a:lnTo>
                  <a:lnTo>
                    <a:pt x="565518" y="85636"/>
                  </a:lnTo>
                  <a:lnTo>
                    <a:pt x="556272" y="91808"/>
                  </a:lnTo>
                  <a:lnTo>
                    <a:pt x="545084" y="94056"/>
                  </a:lnTo>
                  <a:lnTo>
                    <a:pt x="512432" y="94056"/>
                  </a:lnTo>
                  <a:lnTo>
                    <a:pt x="512432" y="37452"/>
                  </a:lnTo>
                  <a:lnTo>
                    <a:pt x="545084" y="37452"/>
                  </a:lnTo>
                  <a:lnTo>
                    <a:pt x="556272" y="39535"/>
                  </a:lnTo>
                  <a:lnTo>
                    <a:pt x="565518" y="45300"/>
                  </a:lnTo>
                  <a:lnTo>
                    <a:pt x="571804" y="53962"/>
                  </a:lnTo>
                  <a:lnTo>
                    <a:pt x="574116" y="64770"/>
                  </a:lnTo>
                  <a:lnTo>
                    <a:pt x="574116" y="9283"/>
                  </a:lnTo>
                  <a:lnTo>
                    <a:pt x="571817" y="7747"/>
                  </a:lnTo>
                  <a:lnTo>
                    <a:pt x="547344" y="2819"/>
                  </a:lnTo>
                  <a:lnTo>
                    <a:pt x="478066" y="2819"/>
                  </a:lnTo>
                  <a:lnTo>
                    <a:pt x="475805" y="5346"/>
                  </a:lnTo>
                  <a:lnTo>
                    <a:pt x="475805" y="197421"/>
                  </a:lnTo>
                  <a:lnTo>
                    <a:pt x="478066" y="199948"/>
                  </a:lnTo>
                  <a:lnTo>
                    <a:pt x="509879" y="199948"/>
                  </a:lnTo>
                  <a:lnTo>
                    <a:pt x="512432" y="197421"/>
                  </a:lnTo>
                  <a:lnTo>
                    <a:pt x="512432" y="128422"/>
                  </a:lnTo>
                  <a:lnTo>
                    <a:pt x="547611" y="128422"/>
                  </a:lnTo>
                  <a:lnTo>
                    <a:pt x="571919" y="123431"/>
                  </a:lnTo>
                  <a:lnTo>
                    <a:pt x="591896" y="109829"/>
                  </a:lnTo>
                  <a:lnTo>
                    <a:pt x="602500" y="94056"/>
                  </a:lnTo>
                  <a:lnTo>
                    <a:pt x="605434" y="89674"/>
                  </a:lnTo>
                  <a:lnTo>
                    <a:pt x="610412" y="65036"/>
                  </a:lnTo>
                  <a:close/>
                </a:path>
                <a:path w="2301875" h="613410">
                  <a:moveTo>
                    <a:pt x="628269" y="429729"/>
                  </a:moveTo>
                  <a:lnTo>
                    <a:pt x="627672" y="426948"/>
                  </a:lnTo>
                  <a:lnTo>
                    <a:pt x="611873" y="340639"/>
                  </a:lnTo>
                  <a:lnTo>
                    <a:pt x="603427" y="294487"/>
                  </a:lnTo>
                  <a:lnTo>
                    <a:pt x="603021" y="292938"/>
                  </a:lnTo>
                  <a:lnTo>
                    <a:pt x="601472" y="291541"/>
                  </a:lnTo>
                  <a:lnTo>
                    <a:pt x="595363" y="291541"/>
                  </a:lnTo>
                  <a:lnTo>
                    <a:pt x="593775" y="292531"/>
                  </a:lnTo>
                  <a:lnTo>
                    <a:pt x="593382" y="293712"/>
                  </a:lnTo>
                  <a:lnTo>
                    <a:pt x="552386" y="394436"/>
                  </a:lnTo>
                  <a:lnTo>
                    <a:pt x="551573" y="394436"/>
                  </a:lnTo>
                  <a:lnTo>
                    <a:pt x="529564" y="340639"/>
                  </a:lnTo>
                  <a:lnTo>
                    <a:pt x="510387" y="293712"/>
                  </a:lnTo>
                  <a:lnTo>
                    <a:pt x="509981" y="292531"/>
                  </a:lnTo>
                  <a:lnTo>
                    <a:pt x="508215" y="291541"/>
                  </a:lnTo>
                  <a:lnTo>
                    <a:pt x="502297" y="291541"/>
                  </a:lnTo>
                  <a:lnTo>
                    <a:pt x="500722" y="292938"/>
                  </a:lnTo>
                  <a:lnTo>
                    <a:pt x="500329" y="294487"/>
                  </a:lnTo>
                  <a:lnTo>
                    <a:pt x="475881" y="426948"/>
                  </a:lnTo>
                  <a:lnTo>
                    <a:pt x="475488" y="429729"/>
                  </a:lnTo>
                  <a:lnTo>
                    <a:pt x="476872" y="431495"/>
                  </a:lnTo>
                  <a:lnTo>
                    <a:pt x="494004" y="431495"/>
                  </a:lnTo>
                  <a:lnTo>
                    <a:pt x="495795" y="430136"/>
                  </a:lnTo>
                  <a:lnTo>
                    <a:pt x="495973" y="428726"/>
                  </a:lnTo>
                  <a:lnTo>
                    <a:pt x="510184" y="340639"/>
                  </a:lnTo>
                  <a:lnTo>
                    <a:pt x="510984" y="340639"/>
                  </a:lnTo>
                  <a:lnTo>
                    <a:pt x="546722" y="431495"/>
                  </a:lnTo>
                  <a:lnTo>
                    <a:pt x="547052" y="432473"/>
                  </a:lnTo>
                  <a:lnTo>
                    <a:pt x="548436" y="433463"/>
                  </a:lnTo>
                  <a:lnTo>
                    <a:pt x="555320" y="433463"/>
                  </a:lnTo>
                  <a:lnTo>
                    <a:pt x="556488" y="432473"/>
                  </a:lnTo>
                  <a:lnTo>
                    <a:pt x="556895" y="431304"/>
                  </a:lnTo>
                  <a:lnTo>
                    <a:pt x="571322" y="394436"/>
                  </a:lnTo>
                  <a:lnTo>
                    <a:pt x="592391" y="340639"/>
                  </a:lnTo>
                  <a:lnTo>
                    <a:pt x="592975" y="340639"/>
                  </a:lnTo>
                  <a:lnTo>
                    <a:pt x="607568" y="428726"/>
                  </a:lnTo>
                  <a:lnTo>
                    <a:pt x="607961" y="430136"/>
                  </a:lnTo>
                  <a:lnTo>
                    <a:pt x="609536" y="431495"/>
                  </a:lnTo>
                  <a:lnTo>
                    <a:pt x="626897" y="431495"/>
                  </a:lnTo>
                  <a:lnTo>
                    <a:pt x="628269" y="429729"/>
                  </a:lnTo>
                  <a:close/>
                </a:path>
                <a:path w="2301875" h="613410">
                  <a:moveTo>
                    <a:pt x="677151" y="295300"/>
                  </a:moveTo>
                  <a:lnTo>
                    <a:pt x="675386" y="293535"/>
                  </a:lnTo>
                  <a:lnTo>
                    <a:pt x="658444" y="293535"/>
                  </a:lnTo>
                  <a:lnTo>
                    <a:pt x="656653" y="295300"/>
                  </a:lnTo>
                  <a:lnTo>
                    <a:pt x="656653" y="429729"/>
                  </a:lnTo>
                  <a:lnTo>
                    <a:pt x="658444" y="431495"/>
                  </a:lnTo>
                  <a:lnTo>
                    <a:pt x="675386" y="431495"/>
                  </a:lnTo>
                  <a:lnTo>
                    <a:pt x="677151" y="429729"/>
                  </a:lnTo>
                  <a:lnTo>
                    <a:pt x="677151" y="295300"/>
                  </a:lnTo>
                  <a:close/>
                </a:path>
                <a:path w="2301875" h="613410">
                  <a:moveTo>
                    <a:pt x="793076" y="414972"/>
                  </a:moveTo>
                  <a:lnTo>
                    <a:pt x="791476" y="413181"/>
                  </a:lnTo>
                  <a:lnTo>
                    <a:pt x="735914" y="413181"/>
                  </a:lnTo>
                  <a:lnTo>
                    <a:pt x="735914" y="295300"/>
                  </a:lnTo>
                  <a:lnTo>
                    <a:pt x="734123" y="293535"/>
                  </a:lnTo>
                  <a:lnTo>
                    <a:pt x="716991" y="293535"/>
                  </a:lnTo>
                  <a:lnTo>
                    <a:pt x="715391" y="295300"/>
                  </a:lnTo>
                  <a:lnTo>
                    <a:pt x="715391" y="429729"/>
                  </a:lnTo>
                  <a:lnTo>
                    <a:pt x="716991" y="431495"/>
                  </a:lnTo>
                  <a:lnTo>
                    <a:pt x="791476" y="431495"/>
                  </a:lnTo>
                  <a:lnTo>
                    <a:pt x="793076" y="429729"/>
                  </a:lnTo>
                  <a:lnTo>
                    <a:pt x="793076" y="414972"/>
                  </a:lnTo>
                  <a:close/>
                </a:path>
                <a:path w="2301875" h="613410">
                  <a:moveTo>
                    <a:pt x="834313" y="101663"/>
                  </a:moveTo>
                  <a:lnTo>
                    <a:pt x="826401" y="62001"/>
                  </a:lnTo>
                  <a:lnTo>
                    <a:pt x="809383" y="36614"/>
                  </a:lnTo>
                  <a:lnTo>
                    <a:pt x="804748" y="29705"/>
                  </a:lnTo>
                  <a:lnTo>
                    <a:pt x="797699" y="24955"/>
                  </a:lnTo>
                  <a:lnTo>
                    <a:pt x="797699" y="101663"/>
                  </a:lnTo>
                  <a:lnTo>
                    <a:pt x="792568" y="126695"/>
                  </a:lnTo>
                  <a:lnTo>
                    <a:pt x="778624" y="147205"/>
                  </a:lnTo>
                  <a:lnTo>
                    <a:pt x="758012" y="161061"/>
                  </a:lnTo>
                  <a:lnTo>
                    <a:pt x="732929" y="166154"/>
                  </a:lnTo>
                  <a:lnTo>
                    <a:pt x="707885" y="161061"/>
                  </a:lnTo>
                  <a:lnTo>
                    <a:pt x="687387" y="147205"/>
                  </a:lnTo>
                  <a:lnTo>
                    <a:pt x="673531" y="126695"/>
                  </a:lnTo>
                  <a:lnTo>
                    <a:pt x="668439" y="101663"/>
                  </a:lnTo>
                  <a:lnTo>
                    <a:pt x="673531" y="76517"/>
                  </a:lnTo>
                  <a:lnTo>
                    <a:pt x="687387" y="55816"/>
                  </a:lnTo>
                  <a:lnTo>
                    <a:pt x="707885" y="41783"/>
                  </a:lnTo>
                  <a:lnTo>
                    <a:pt x="732929" y="36614"/>
                  </a:lnTo>
                  <a:lnTo>
                    <a:pt x="758012" y="41783"/>
                  </a:lnTo>
                  <a:lnTo>
                    <a:pt x="778624" y="55816"/>
                  </a:lnTo>
                  <a:lnTo>
                    <a:pt x="792568" y="76517"/>
                  </a:lnTo>
                  <a:lnTo>
                    <a:pt x="797699" y="101663"/>
                  </a:lnTo>
                  <a:lnTo>
                    <a:pt x="797699" y="24955"/>
                  </a:lnTo>
                  <a:lnTo>
                    <a:pt x="772541" y="7962"/>
                  </a:lnTo>
                  <a:lnTo>
                    <a:pt x="732929" y="0"/>
                  </a:lnTo>
                  <a:lnTo>
                    <a:pt x="693369" y="7962"/>
                  </a:lnTo>
                  <a:lnTo>
                    <a:pt x="661263" y="29705"/>
                  </a:lnTo>
                  <a:lnTo>
                    <a:pt x="639699" y="62001"/>
                  </a:lnTo>
                  <a:lnTo>
                    <a:pt x="631825" y="101663"/>
                  </a:lnTo>
                  <a:lnTo>
                    <a:pt x="639699" y="141211"/>
                  </a:lnTo>
                  <a:lnTo>
                    <a:pt x="661263" y="173316"/>
                  </a:lnTo>
                  <a:lnTo>
                    <a:pt x="693369" y="194868"/>
                  </a:lnTo>
                  <a:lnTo>
                    <a:pt x="732929" y="202755"/>
                  </a:lnTo>
                  <a:lnTo>
                    <a:pt x="772541" y="194868"/>
                  </a:lnTo>
                  <a:lnTo>
                    <a:pt x="804748" y="173316"/>
                  </a:lnTo>
                  <a:lnTo>
                    <a:pt x="809586" y="166154"/>
                  </a:lnTo>
                  <a:lnTo>
                    <a:pt x="826401" y="141211"/>
                  </a:lnTo>
                  <a:lnTo>
                    <a:pt x="834313" y="101663"/>
                  </a:lnTo>
                  <a:close/>
                </a:path>
                <a:path w="2301875" h="613410">
                  <a:moveTo>
                    <a:pt x="935609" y="428917"/>
                  </a:moveTo>
                  <a:lnTo>
                    <a:pt x="934427" y="426389"/>
                  </a:lnTo>
                  <a:lnTo>
                    <a:pt x="923163" y="401548"/>
                  </a:lnTo>
                  <a:lnTo>
                    <a:pt x="915466" y="384581"/>
                  </a:lnTo>
                  <a:lnTo>
                    <a:pt x="894372" y="338035"/>
                  </a:lnTo>
                  <a:lnTo>
                    <a:pt x="894372" y="384581"/>
                  </a:lnTo>
                  <a:lnTo>
                    <a:pt x="845121" y="384581"/>
                  </a:lnTo>
                  <a:lnTo>
                    <a:pt x="869162" y="330581"/>
                  </a:lnTo>
                  <a:lnTo>
                    <a:pt x="870153" y="330581"/>
                  </a:lnTo>
                  <a:lnTo>
                    <a:pt x="894372" y="384581"/>
                  </a:lnTo>
                  <a:lnTo>
                    <a:pt x="894372" y="338035"/>
                  </a:lnTo>
                  <a:lnTo>
                    <a:pt x="890993" y="330581"/>
                  </a:lnTo>
                  <a:lnTo>
                    <a:pt x="874293" y="293712"/>
                  </a:lnTo>
                  <a:lnTo>
                    <a:pt x="873709" y="292531"/>
                  </a:lnTo>
                  <a:lnTo>
                    <a:pt x="871931" y="291541"/>
                  </a:lnTo>
                  <a:lnTo>
                    <a:pt x="867981" y="291541"/>
                  </a:lnTo>
                  <a:lnTo>
                    <a:pt x="866203" y="292531"/>
                  </a:lnTo>
                  <a:lnTo>
                    <a:pt x="865619" y="293712"/>
                  </a:lnTo>
                  <a:lnTo>
                    <a:pt x="805091" y="426389"/>
                  </a:lnTo>
                  <a:lnTo>
                    <a:pt x="803922" y="428917"/>
                  </a:lnTo>
                  <a:lnTo>
                    <a:pt x="805484" y="431495"/>
                  </a:lnTo>
                  <a:lnTo>
                    <a:pt x="823239" y="431495"/>
                  </a:lnTo>
                  <a:lnTo>
                    <a:pt x="824814" y="429945"/>
                  </a:lnTo>
                  <a:lnTo>
                    <a:pt x="825398" y="428574"/>
                  </a:lnTo>
                  <a:lnTo>
                    <a:pt x="828382" y="421779"/>
                  </a:lnTo>
                  <a:lnTo>
                    <a:pt x="834428" y="408317"/>
                  </a:lnTo>
                  <a:lnTo>
                    <a:pt x="837425" y="401548"/>
                  </a:lnTo>
                  <a:lnTo>
                    <a:pt x="901890" y="401548"/>
                  </a:lnTo>
                  <a:lnTo>
                    <a:pt x="914107" y="428574"/>
                  </a:lnTo>
                  <a:lnTo>
                    <a:pt x="914920" y="430301"/>
                  </a:lnTo>
                  <a:lnTo>
                    <a:pt x="916292" y="431495"/>
                  </a:lnTo>
                  <a:lnTo>
                    <a:pt x="934034" y="431495"/>
                  </a:lnTo>
                  <a:lnTo>
                    <a:pt x="935609" y="428917"/>
                  </a:lnTo>
                  <a:close/>
                </a:path>
                <a:path w="2301875" h="613410">
                  <a:moveTo>
                    <a:pt x="977658" y="168681"/>
                  </a:moveTo>
                  <a:lnTo>
                    <a:pt x="975423" y="166154"/>
                  </a:lnTo>
                  <a:lnTo>
                    <a:pt x="900506" y="166154"/>
                  </a:lnTo>
                  <a:lnTo>
                    <a:pt x="900506" y="5346"/>
                  </a:lnTo>
                  <a:lnTo>
                    <a:pt x="897966" y="2819"/>
                  </a:lnTo>
                  <a:lnTo>
                    <a:pt x="866152" y="2819"/>
                  </a:lnTo>
                  <a:lnTo>
                    <a:pt x="863892" y="5346"/>
                  </a:lnTo>
                  <a:lnTo>
                    <a:pt x="863892" y="197421"/>
                  </a:lnTo>
                  <a:lnTo>
                    <a:pt x="866152" y="199948"/>
                  </a:lnTo>
                  <a:lnTo>
                    <a:pt x="975423" y="199948"/>
                  </a:lnTo>
                  <a:lnTo>
                    <a:pt x="977658" y="197421"/>
                  </a:lnTo>
                  <a:lnTo>
                    <a:pt x="977658" y="168681"/>
                  </a:lnTo>
                  <a:close/>
                </a:path>
                <a:path w="2301875" h="613410">
                  <a:moveTo>
                    <a:pt x="1051458" y="5346"/>
                  </a:moveTo>
                  <a:lnTo>
                    <a:pt x="1048905" y="2819"/>
                  </a:lnTo>
                  <a:lnTo>
                    <a:pt x="1017092" y="2819"/>
                  </a:lnTo>
                  <a:lnTo>
                    <a:pt x="1014552" y="5346"/>
                  </a:lnTo>
                  <a:lnTo>
                    <a:pt x="1014552" y="197421"/>
                  </a:lnTo>
                  <a:lnTo>
                    <a:pt x="1017092" y="199948"/>
                  </a:lnTo>
                  <a:lnTo>
                    <a:pt x="1048905" y="199948"/>
                  </a:lnTo>
                  <a:lnTo>
                    <a:pt x="1051458" y="197421"/>
                  </a:lnTo>
                  <a:lnTo>
                    <a:pt x="1051458" y="5346"/>
                  </a:lnTo>
                  <a:close/>
                </a:path>
                <a:path w="2301875" h="613410">
                  <a:moveTo>
                    <a:pt x="1068666" y="295300"/>
                  </a:moveTo>
                  <a:lnTo>
                    <a:pt x="1066888" y="293535"/>
                  </a:lnTo>
                  <a:lnTo>
                    <a:pt x="1050150" y="293535"/>
                  </a:lnTo>
                  <a:lnTo>
                    <a:pt x="1048562" y="295300"/>
                  </a:lnTo>
                  <a:lnTo>
                    <a:pt x="1048562" y="390486"/>
                  </a:lnTo>
                  <a:lnTo>
                    <a:pt x="1048359" y="390486"/>
                  </a:lnTo>
                  <a:lnTo>
                    <a:pt x="997572" y="331762"/>
                  </a:lnTo>
                  <a:lnTo>
                    <a:pt x="962799" y="291541"/>
                  </a:lnTo>
                  <a:lnTo>
                    <a:pt x="955903" y="291541"/>
                  </a:lnTo>
                  <a:lnTo>
                    <a:pt x="954138" y="293116"/>
                  </a:lnTo>
                  <a:lnTo>
                    <a:pt x="954138" y="429729"/>
                  </a:lnTo>
                  <a:lnTo>
                    <a:pt x="955903" y="431495"/>
                  </a:lnTo>
                  <a:lnTo>
                    <a:pt x="972451" y="431495"/>
                  </a:lnTo>
                  <a:lnTo>
                    <a:pt x="974039" y="429729"/>
                  </a:lnTo>
                  <a:lnTo>
                    <a:pt x="974039" y="331762"/>
                  </a:lnTo>
                  <a:lnTo>
                    <a:pt x="974242" y="331762"/>
                  </a:lnTo>
                  <a:lnTo>
                    <a:pt x="1059789" y="433463"/>
                  </a:lnTo>
                  <a:lnTo>
                    <a:pt x="1066888" y="433463"/>
                  </a:lnTo>
                  <a:lnTo>
                    <a:pt x="1068666" y="431901"/>
                  </a:lnTo>
                  <a:lnTo>
                    <a:pt x="1068666" y="390486"/>
                  </a:lnTo>
                  <a:lnTo>
                    <a:pt x="1068666" y="295300"/>
                  </a:lnTo>
                  <a:close/>
                </a:path>
                <a:path w="2301875" h="613410">
                  <a:moveTo>
                    <a:pt x="1220698" y="5346"/>
                  </a:moveTo>
                  <a:lnTo>
                    <a:pt x="1218463" y="2819"/>
                  </a:lnTo>
                  <a:lnTo>
                    <a:pt x="1089177" y="2819"/>
                  </a:lnTo>
                  <a:lnTo>
                    <a:pt x="1086916" y="5346"/>
                  </a:lnTo>
                  <a:lnTo>
                    <a:pt x="1086916" y="34061"/>
                  </a:lnTo>
                  <a:lnTo>
                    <a:pt x="1089177" y="36614"/>
                  </a:lnTo>
                  <a:lnTo>
                    <a:pt x="1135367" y="36614"/>
                  </a:lnTo>
                  <a:lnTo>
                    <a:pt x="1135367" y="197421"/>
                  </a:lnTo>
                  <a:lnTo>
                    <a:pt x="1137907" y="199948"/>
                  </a:lnTo>
                  <a:lnTo>
                    <a:pt x="1169733" y="199948"/>
                  </a:lnTo>
                  <a:lnTo>
                    <a:pt x="1172260" y="197421"/>
                  </a:lnTo>
                  <a:lnTo>
                    <a:pt x="1172260" y="36614"/>
                  </a:lnTo>
                  <a:lnTo>
                    <a:pt x="1218463" y="36614"/>
                  </a:lnTo>
                  <a:lnTo>
                    <a:pt x="1220698" y="34061"/>
                  </a:lnTo>
                  <a:lnTo>
                    <a:pt x="1220698" y="5346"/>
                  </a:lnTo>
                  <a:close/>
                </a:path>
                <a:path w="2301875" h="613410">
                  <a:moveTo>
                    <a:pt x="1238592" y="362724"/>
                  </a:moveTo>
                  <a:lnTo>
                    <a:pt x="1233043" y="334975"/>
                  </a:lnTo>
                  <a:lnTo>
                    <a:pt x="1218882" y="313842"/>
                  </a:lnTo>
                  <a:lnTo>
                    <a:pt x="1218882" y="362724"/>
                  </a:lnTo>
                  <a:lnTo>
                    <a:pt x="1214831" y="382574"/>
                  </a:lnTo>
                  <a:lnTo>
                    <a:pt x="1203820" y="398805"/>
                  </a:lnTo>
                  <a:lnTo>
                    <a:pt x="1187526" y="409765"/>
                  </a:lnTo>
                  <a:lnTo>
                    <a:pt x="1167625" y="413778"/>
                  </a:lnTo>
                  <a:lnTo>
                    <a:pt x="1147838" y="409765"/>
                  </a:lnTo>
                  <a:lnTo>
                    <a:pt x="1131595" y="398805"/>
                  </a:lnTo>
                  <a:lnTo>
                    <a:pt x="1120609" y="382574"/>
                  </a:lnTo>
                  <a:lnTo>
                    <a:pt x="1116571" y="362724"/>
                  </a:lnTo>
                  <a:lnTo>
                    <a:pt x="1120609" y="342874"/>
                  </a:lnTo>
                  <a:lnTo>
                    <a:pt x="1131595" y="326504"/>
                  </a:lnTo>
                  <a:lnTo>
                    <a:pt x="1147838" y="315379"/>
                  </a:lnTo>
                  <a:lnTo>
                    <a:pt x="1167625" y="311277"/>
                  </a:lnTo>
                  <a:lnTo>
                    <a:pt x="1187526" y="315379"/>
                  </a:lnTo>
                  <a:lnTo>
                    <a:pt x="1203820" y="326504"/>
                  </a:lnTo>
                  <a:lnTo>
                    <a:pt x="1214831" y="342874"/>
                  </a:lnTo>
                  <a:lnTo>
                    <a:pt x="1218882" y="362724"/>
                  </a:lnTo>
                  <a:lnTo>
                    <a:pt x="1218882" y="313842"/>
                  </a:lnTo>
                  <a:lnTo>
                    <a:pt x="1217891" y="312356"/>
                  </a:lnTo>
                  <a:lnTo>
                    <a:pt x="1216304" y="311277"/>
                  </a:lnTo>
                  <a:lnTo>
                    <a:pt x="1195349" y="297116"/>
                  </a:lnTo>
                  <a:lnTo>
                    <a:pt x="1167625" y="291541"/>
                  </a:lnTo>
                  <a:lnTo>
                    <a:pt x="1139926" y="297116"/>
                  </a:lnTo>
                  <a:lnTo>
                    <a:pt x="1117460" y="312356"/>
                  </a:lnTo>
                  <a:lnTo>
                    <a:pt x="1102372" y="334975"/>
                  </a:lnTo>
                  <a:lnTo>
                    <a:pt x="1096860" y="362724"/>
                  </a:lnTo>
                  <a:lnTo>
                    <a:pt x="1102372" y="390410"/>
                  </a:lnTo>
                  <a:lnTo>
                    <a:pt x="1117460" y="412877"/>
                  </a:lnTo>
                  <a:lnTo>
                    <a:pt x="1139926" y="427951"/>
                  </a:lnTo>
                  <a:lnTo>
                    <a:pt x="1167625" y="433463"/>
                  </a:lnTo>
                  <a:lnTo>
                    <a:pt x="1195349" y="427951"/>
                  </a:lnTo>
                  <a:lnTo>
                    <a:pt x="1216533" y="413778"/>
                  </a:lnTo>
                  <a:lnTo>
                    <a:pt x="1217891" y="412877"/>
                  </a:lnTo>
                  <a:lnTo>
                    <a:pt x="1233043" y="390410"/>
                  </a:lnTo>
                  <a:lnTo>
                    <a:pt x="1238592" y="362724"/>
                  </a:lnTo>
                  <a:close/>
                </a:path>
                <a:path w="2301875" h="613410">
                  <a:moveTo>
                    <a:pt x="1368552" y="417271"/>
                  </a:moveTo>
                  <a:lnTo>
                    <a:pt x="1366964" y="415721"/>
                  </a:lnTo>
                  <a:lnTo>
                    <a:pt x="1343101" y="415721"/>
                  </a:lnTo>
                  <a:lnTo>
                    <a:pt x="1343101" y="327621"/>
                  </a:lnTo>
                  <a:lnTo>
                    <a:pt x="1343101" y="299250"/>
                  </a:lnTo>
                  <a:lnTo>
                    <a:pt x="1341526" y="297484"/>
                  </a:lnTo>
                  <a:lnTo>
                    <a:pt x="1329905" y="297484"/>
                  </a:lnTo>
                  <a:lnTo>
                    <a:pt x="1300543" y="324078"/>
                  </a:lnTo>
                  <a:lnTo>
                    <a:pt x="1299730" y="324853"/>
                  </a:lnTo>
                  <a:lnTo>
                    <a:pt x="1299349" y="326440"/>
                  </a:lnTo>
                  <a:lnTo>
                    <a:pt x="1299946" y="328015"/>
                  </a:lnTo>
                  <a:lnTo>
                    <a:pt x="1302905" y="336677"/>
                  </a:lnTo>
                  <a:lnTo>
                    <a:pt x="1304874" y="337083"/>
                  </a:lnTo>
                  <a:lnTo>
                    <a:pt x="1306652" y="336308"/>
                  </a:lnTo>
                  <a:lnTo>
                    <a:pt x="1323784" y="327621"/>
                  </a:lnTo>
                  <a:lnTo>
                    <a:pt x="1323784" y="415721"/>
                  </a:lnTo>
                  <a:lnTo>
                    <a:pt x="1294015" y="415721"/>
                  </a:lnTo>
                  <a:lnTo>
                    <a:pt x="1292453" y="417271"/>
                  </a:lnTo>
                  <a:lnTo>
                    <a:pt x="1292453" y="429945"/>
                  </a:lnTo>
                  <a:lnTo>
                    <a:pt x="1294015" y="431495"/>
                  </a:lnTo>
                  <a:lnTo>
                    <a:pt x="1366964" y="431495"/>
                  </a:lnTo>
                  <a:lnTo>
                    <a:pt x="1368552" y="429945"/>
                  </a:lnTo>
                  <a:lnTo>
                    <a:pt x="1368552" y="417271"/>
                  </a:lnTo>
                  <a:close/>
                </a:path>
                <a:path w="2301875" h="613410">
                  <a:moveTo>
                    <a:pt x="1378127" y="5346"/>
                  </a:moveTo>
                  <a:lnTo>
                    <a:pt x="1375879" y="2819"/>
                  </a:lnTo>
                  <a:lnTo>
                    <a:pt x="1255064" y="2819"/>
                  </a:lnTo>
                  <a:lnTo>
                    <a:pt x="1252804" y="5346"/>
                  </a:lnTo>
                  <a:lnTo>
                    <a:pt x="1252804" y="197421"/>
                  </a:lnTo>
                  <a:lnTo>
                    <a:pt x="1255064" y="199948"/>
                  </a:lnTo>
                  <a:lnTo>
                    <a:pt x="1375879" y="199948"/>
                  </a:lnTo>
                  <a:lnTo>
                    <a:pt x="1378127" y="197421"/>
                  </a:lnTo>
                  <a:lnTo>
                    <a:pt x="1378127" y="168681"/>
                  </a:lnTo>
                  <a:lnTo>
                    <a:pt x="1375879" y="166154"/>
                  </a:lnTo>
                  <a:lnTo>
                    <a:pt x="1289405" y="166154"/>
                  </a:lnTo>
                  <a:lnTo>
                    <a:pt x="1289405" y="116865"/>
                  </a:lnTo>
                  <a:lnTo>
                    <a:pt x="1361795" y="116865"/>
                  </a:lnTo>
                  <a:lnTo>
                    <a:pt x="1364322" y="114630"/>
                  </a:lnTo>
                  <a:lnTo>
                    <a:pt x="1364322" y="85318"/>
                  </a:lnTo>
                  <a:lnTo>
                    <a:pt x="1361795" y="82791"/>
                  </a:lnTo>
                  <a:lnTo>
                    <a:pt x="1289405" y="82791"/>
                  </a:lnTo>
                  <a:lnTo>
                    <a:pt x="1289405" y="36614"/>
                  </a:lnTo>
                  <a:lnTo>
                    <a:pt x="1375879" y="36614"/>
                  </a:lnTo>
                  <a:lnTo>
                    <a:pt x="1378127" y="34061"/>
                  </a:lnTo>
                  <a:lnTo>
                    <a:pt x="1378127" y="5346"/>
                  </a:lnTo>
                  <a:close/>
                </a:path>
                <a:path w="2301875" h="613410">
                  <a:moveTo>
                    <a:pt x="1481899" y="395605"/>
                  </a:moveTo>
                  <a:lnTo>
                    <a:pt x="1461376" y="364718"/>
                  </a:lnTo>
                  <a:lnTo>
                    <a:pt x="1461376" y="396036"/>
                  </a:lnTo>
                  <a:lnTo>
                    <a:pt x="1459395" y="404952"/>
                  </a:lnTo>
                  <a:lnTo>
                    <a:pt x="1454010" y="411708"/>
                  </a:lnTo>
                  <a:lnTo>
                    <a:pt x="1445996" y="415988"/>
                  </a:lnTo>
                  <a:lnTo>
                    <a:pt x="1436166" y="417487"/>
                  </a:lnTo>
                  <a:lnTo>
                    <a:pt x="1426794" y="415963"/>
                  </a:lnTo>
                  <a:lnTo>
                    <a:pt x="1418869" y="411632"/>
                  </a:lnTo>
                  <a:lnTo>
                    <a:pt x="1413383" y="404876"/>
                  </a:lnTo>
                  <a:lnTo>
                    <a:pt x="1411338" y="396036"/>
                  </a:lnTo>
                  <a:lnTo>
                    <a:pt x="1412989" y="388239"/>
                  </a:lnTo>
                  <a:lnTo>
                    <a:pt x="1417840" y="381139"/>
                  </a:lnTo>
                  <a:lnTo>
                    <a:pt x="1425689" y="375564"/>
                  </a:lnTo>
                  <a:lnTo>
                    <a:pt x="1436344" y="372338"/>
                  </a:lnTo>
                  <a:lnTo>
                    <a:pt x="1446987" y="375564"/>
                  </a:lnTo>
                  <a:lnTo>
                    <a:pt x="1454848" y="381139"/>
                  </a:lnTo>
                  <a:lnTo>
                    <a:pt x="1459699" y="388239"/>
                  </a:lnTo>
                  <a:lnTo>
                    <a:pt x="1461376" y="396036"/>
                  </a:lnTo>
                  <a:lnTo>
                    <a:pt x="1461376" y="364718"/>
                  </a:lnTo>
                  <a:lnTo>
                    <a:pt x="1458048" y="362724"/>
                  </a:lnTo>
                  <a:lnTo>
                    <a:pt x="1458048" y="361937"/>
                  </a:lnTo>
                  <a:lnTo>
                    <a:pt x="1464792" y="357492"/>
                  </a:lnTo>
                  <a:lnTo>
                    <a:pt x="1468780" y="353441"/>
                  </a:lnTo>
                  <a:lnTo>
                    <a:pt x="1471371" y="350812"/>
                  </a:lnTo>
                  <a:lnTo>
                    <a:pt x="1476362" y="342099"/>
                  </a:lnTo>
                  <a:lnTo>
                    <a:pt x="1478356" y="331571"/>
                  </a:lnTo>
                  <a:lnTo>
                    <a:pt x="1475168" y="316788"/>
                  </a:lnTo>
                  <a:lnTo>
                    <a:pt x="1471193" y="311658"/>
                  </a:lnTo>
                  <a:lnTo>
                    <a:pt x="1466342" y="305396"/>
                  </a:lnTo>
                  <a:lnTo>
                    <a:pt x="1458455" y="301078"/>
                  </a:lnTo>
                  <a:lnTo>
                    <a:pt x="1458455" y="332346"/>
                  </a:lnTo>
                  <a:lnTo>
                    <a:pt x="1457134" y="339750"/>
                  </a:lnTo>
                  <a:lnTo>
                    <a:pt x="1453095" y="346011"/>
                  </a:lnTo>
                  <a:lnTo>
                    <a:pt x="1446199" y="350710"/>
                  </a:lnTo>
                  <a:lnTo>
                    <a:pt x="1436344" y="353441"/>
                  </a:lnTo>
                  <a:lnTo>
                    <a:pt x="1426413" y="350647"/>
                  </a:lnTo>
                  <a:lnTo>
                    <a:pt x="1419542" y="345998"/>
                  </a:lnTo>
                  <a:lnTo>
                    <a:pt x="1415554" y="339801"/>
                  </a:lnTo>
                  <a:lnTo>
                    <a:pt x="1414272" y="332346"/>
                  </a:lnTo>
                  <a:lnTo>
                    <a:pt x="1415961" y="324053"/>
                  </a:lnTo>
                  <a:lnTo>
                    <a:pt x="1420583" y="317500"/>
                  </a:lnTo>
                  <a:lnTo>
                    <a:pt x="1427403" y="313207"/>
                  </a:lnTo>
                  <a:lnTo>
                    <a:pt x="1435747" y="311658"/>
                  </a:lnTo>
                  <a:lnTo>
                    <a:pt x="1444790" y="313207"/>
                  </a:lnTo>
                  <a:lnTo>
                    <a:pt x="1451978" y="317500"/>
                  </a:lnTo>
                  <a:lnTo>
                    <a:pt x="1456728" y="324053"/>
                  </a:lnTo>
                  <a:lnTo>
                    <a:pt x="1458455" y="332346"/>
                  </a:lnTo>
                  <a:lnTo>
                    <a:pt x="1458455" y="301078"/>
                  </a:lnTo>
                  <a:lnTo>
                    <a:pt x="1452981" y="298081"/>
                  </a:lnTo>
                  <a:lnTo>
                    <a:pt x="1436166" y="295490"/>
                  </a:lnTo>
                  <a:lnTo>
                    <a:pt x="1419644" y="298081"/>
                  </a:lnTo>
                  <a:lnTo>
                    <a:pt x="1406385" y="305396"/>
                  </a:lnTo>
                  <a:lnTo>
                    <a:pt x="1397571" y="316788"/>
                  </a:lnTo>
                  <a:lnTo>
                    <a:pt x="1394371" y="331571"/>
                  </a:lnTo>
                  <a:lnTo>
                    <a:pt x="1396339" y="342226"/>
                  </a:lnTo>
                  <a:lnTo>
                    <a:pt x="1401330" y="350989"/>
                  </a:lnTo>
                  <a:lnTo>
                    <a:pt x="1407909" y="357682"/>
                  </a:lnTo>
                  <a:lnTo>
                    <a:pt x="1414665" y="362115"/>
                  </a:lnTo>
                  <a:lnTo>
                    <a:pt x="1414665" y="362724"/>
                  </a:lnTo>
                  <a:lnTo>
                    <a:pt x="1407858" y="366877"/>
                  </a:lnTo>
                  <a:lnTo>
                    <a:pt x="1400009" y="374015"/>
                  </a:lnTo>
                  <a:lnTo>
                    <a:pt x="1393507" y="383730"/>
                  </a:lnTo>
                  <a:lnTo>
                    <a:pt x="1390815" y="395605"/>
                  </a:lnTo>
                  <a:lnTo>
                    <a:pt x="1393990" y="410578"/>
                  </a:lnTo>
                  <a:lnTo>
                    <a:pt x="1403045" y="422592"/>
                  </a:lnTo>
                  <a:lnTo>
                    <a:pt x="1417269" y="430568"/>
                  </a:lnTo>
                  <a:lnTo>
                    <a:pt x="1435963" y="433463"/>
                  </a:lnTo>
                  <a:lnTo>
                    <a:pt x="1455178" y="430568"/>
                  </a:lnTo>
                  <a:lnTo>
                    <a:pt x="1469631" y="422592"/>
                  </a:lnTo>
                  <a:lnTo>
                    <a:pt x="1473504" y="417487"/>
                  </a:lnTo>
                  <a:lnTo>
                    <a:pt x="1478737" y="410578"/>
                  </a:lnTo>
                  <a:lnTo>
                    <a:pt x="1481899" y="395605"/>
                  </a:lnTo>
                  <a:close/>
                </a:path>
                <a:path w="2301875" h="613410">
                  <a:moveTo>
                    <a:pt x="1579473" y="169811"/>
                  </a:moveTo>
                  <a:lnTo>
                    <a:pt x="1577238" y="167843"/>
                  </a:lnTo>
                  <a:lnTo>
                    <a:pt x="1575346" y="165887"/>
                  </a:lnTo>
                  <a:lnTo>
                    <a:pt x="1559788" y="149834"/>
                  </a:lnTo>
                  <a:lnTo>
                    <a:pt x="1558112" y="148132"/>
                  </a:lnTo>
                  <a:lnTo>
                    <a:pt x="1554975" y="147840"/>
                  </a:lnTo>
                  <a:lnTo>
                    <a:pt x="1552727" y="149834"/>
                  </a:lnTo>
                  <a:lnTo>
                    <a:pt x="1543392" y="156375"/>
                  </a:lnTo>
                  <a:lnTo>
                    <a:pt x="1533105" y="161442"/>
                  </a:lnTo>
                  <a:lnTo>
                    <a:pt x="1521853" y="164719"/>
                  </a:lnTo>
                  <a:lnTo>
                    <a:pt x="1509649" y="165887"/>
                  </a:lnTo>
                  <a:lnTo>
                    <a:pt x="1484579" y="160667"/>
                  </a:lnTo>
                  <a:lnTo>
                    <a:pt x="1464576" y="146545"/>
                  </a:lnTo>
                  <a:lnTo>
                    <a:pt x="1451343" y="125818"/>
                  </a:lnTo>
                  <a:lnTo>
                    <a:pt x="1446555" y="100812"/>
                  </a:lnTo>
                  <a:lnTo>
                    <a:pt x="1451305" y="75590"/>
                  </a:lnTo>
                  <a:lnTo>
                    <a:pt x="1464449" y="54698"/>
                  </a:lnTo>
                  <a:lnTo>
                    <a:pt x="1484350" y="40449"/>
                  </a:lnTo>
                  <a:lnTo>
                    <a:pt x="1509369" y="35191"/>
                  </a:lnTo>
                  <a:lnTo>
                    <a:pt x="1521129" y="36322"/>
                  </a:lnTo>
                  <a:lnTo>
                    <a:pt x="1532534" y="39598"/>
                  </a:lnTo>
                  <a:lnTo>
                    <a:pt x="1543189" y="44818"/>
                  </a:lnTo>
                  <a:lnTo>
                    <a:pt x="1552727" y="51816"/>
                  </a:lnTo>
                  <a:lnTo>
                    <a:pt x="1554975" y="54076"/>
                  </a:lnTo>
                  <a:lnTo>
                    <a:pt x="1557807" y="54076"/>
                  </a:lnTo>
                  <a:lnTo>
                    <a:pt x="1559788" y="51816"/>
                  </a:lnTo>
                  <a:lnTo>
                    <a:pt x="1575854" y="35191"/>
                  </a:lnTo>
                  <a:lnTo>
                    <a:pt x="1576946" y="34061"/>
                  </a:lnTo>
                  <a:lnTo>
                    <a:pt x="1579219" y="31813"/>
                  </a:lnTo>
                  <a:lnTo>
                    <a:pt x="1579219" y="28448"/>
                  </a:lnTo>
                  <a:lnTo>
                    <a:pt x="1546098" y="6642"/>
                  </a:lnTo>
                  <a:lnTo>
                    <a:pt x="1508518" y="0"/>
                  </a:lnTo>
                  <a:lnTo>
                    <a:pt x="1468882" y="7962"/>
                  </a:lnTo>
                  <a:lnTo>
                    <a:pt x="1436573" y="29705"/>
                  </a:lnTo>
                  <a:lnTo>
                    <a:pt x="1414830" y="62001"/>
                  </a:lnTo>
                  <a:lnTo>
                    <a:pt x="1406867" y="101663"/>
                  </a:lnTo>
                  <a:lnTo>
                    <a:pt x="1414830" y="141211"/>
                  </a:lnTo>
                  <a:lnTo>
                    <a:pt x="1436573" y="173316"/>
                  </a:lnTo>
                  <a:lnTo>
                    <a:pt x="1468882" y="194868"/>
                  </a:lnTo>
                  <a:lnTo>
                    <a:pt x="1508518" y="202755"/>
                  </a:lnTo>
                  <a:lnTo>
                    <a:pt x="1527098" y="201091"/>
                  </a:lnTo>
                  <a:lnTo>
                    <a:pt x="1576946" y="175450"/>
                  </a:lnTo>
                  <a:lnTo>
                    <a:pt x="1579473" y="169811"/>
                  </a:lnTo>
                  <a:close/>
                </a:path>
                <a:path w="2301875" h="613410">
                  <a:moveTo>
                    <a:pt x="1592694" y="388315"/>
                  </a:moveTo>
                  <a:lnTo>
                    <a:pt x="1589189" y="370179"/>
                  </a:lnTo>
                  <a:lnTo>
                    <a:pt x="1583372" y="361746"/>
                  </a:lnTo>
                  <a:lnTo>
                    <a:pt x="1579918" y="356755"/>
                  </a:lnTo>
                  <a:lnTo>
                    <a:pt x="1574546" y="353352"/>
                  </a:lnTo>
                  <a:lnTo>
                    <a:pt x="1574546" y="388531"/>
                  </a:lnTo>
                  <a:lnTo>
                    <a:pt x="1572526" y="399021"/>
                  </a:lnTo>
                  <a:lnTo>
                    <a:pt x="1567002" y="407670"/>
                  </a:lnTo>
                  <a:lnTo>
                    <a:pt x="1558747" y="413550"/>
                  </a:lnTo>
                  <a:lnTo>
                    <a:pt x="1548536" y="415721"/>
                  </a:lnTo>
                  <a:lnTo>
                    <a:pt x="1534972" y="411962"/>
                  </a:lnTo>
                  <a:lnTo>
                    <a:pt x="1526260" y="402437"/>
                  </a:lnTo>
                  <a:lnTo>
                    <a:pt x="1521891" y="389813"/>
                  </a:lnTo>
                  <a:lnTo>
                    <a:pt x="1521333" y="376720"/>
                  </a:lnTo>
                  <a:lnTo>
                    <a:pt x="1523847" y="372872"/>
                  </a:lnTo>
                  <a:lnTo>
                    <a:pt x="1529422" y="367893"/>
                  </a:lnTo>
                  <a:lnTo>
                    <a:pt x="1537703" y="363588"/>
                  </a:lnTo>
                  <a:lnTo>
                    <a:pt x="1548345" y="361746"/>
                  </a:lnTo>
                  <a:lnTo>
                    <a:pt x="1558582" y="363855"/>
                  </a:lnTo>
                  <a:lnTo>
                    <a:pt x="1566913" y="369595"/>
                  </a:lnTo>
                  <a:lnTo>
                    <a:pt x="1572501" y="378104"/>
                  </a:lnTo>
                  <a:lnTo>
                    <a:pt x="1574546" y="388531"/>
                  </a:lnTo>
                  <a:lnTo>
                    <a:pt x="1574546" y="353352"/>
                  </a:lnTo>
                  <a:lnTo>
                    <a:pt x="1573745" y="352844"/>
                  </a:lnTo>
                  <a:lnTo>
                    <a:pt x="1566735" y="348424"/>
                  </a:lnTo>
                  <a:lnTo>
                    <a:pt x="1551495" y="345554"/>
                  </a:lnTo>
                  <a:lnTo>
                    <a:pt x="1542034" y="346557"/>
                  </a:lnTo>
                  <a:lnTo>
                    <a:pt x="1534007" y="348843"/>
                  </a:lnTo>
                  <a:lnTo>
                    <a:pt x="1528152" y="351294"/>
                  </a:lnTo>
                  <a:lnTo>
                    <a:pt x="1525244" y="352844"/>
                  </a:lnTo>
                  <a:lnTo>
                    <a:pt x="1534058" y="336232"/>
                  </a:lnTo>
                  <a:lnTo>
                    <a:pt x="1547761" y="323088"/>
                  </a:lnTo>
                  <a:lnTo>
                    <a:pt x="1561934" y="313931"/>
                  </a:lnTo>
                  <a:lnTo>
                    <a:pt x="1572171" y="309283"/>
                  </a:lnTo>
                  <a:lnTo>
                    <a:pt x="1575943" y="308102"/>
                  </a:lnTo>
                  <a:lnTo>
                    <a:pt x="1576717" y="305917"/>
                  </a:lnTo>
                  <a:lnTo>
                    <a:pt x="1575727" y="303580"/>
                  </a:lnTo>
                  <a:lnTo>
                    <a:pt x="1572387" y="295490"/>
                  </a:lnTo>
                  <a:lnTo>
                    <a:pt x="1571586" y="293306"/>
                  </a:lnTo>
                  <a:lnTo>
                    <a:pt x="1569808" y="292341"/>
                  </a:lnTo>
                  <a:lnTo>
                    <a:pt x="1528013" y="317677"/>
                  </a:lnTo>
                  <a:lnTo>
                    <a:pt x="1502194" y="378256"/>
                  </a:lnTo>
                  <a:lnTo>
                    <a:pt x="1505026" y="399694"/>
                  </a:lnTo>
                  <a:lnTo>
                    <a:pt x="1513624" y="417245"/>
                  </a:lnTo>
                  <a:lnTo>
                    <a:pt x="1528140" y="429107"/>
                  </a:lnTo>
                  <a:lnTo>
                    <a:pt x="1548726" y="433463"/>
                  </a:lnTo>
                  <a:lnTo>
                    <a:pt x="1565656" y="429907"/>
                  </a:lnTo>
                  <a:lnTo>
                    <a:pt x="1579651" y="420217"/>
                  </a:lnTo>
                  <a:lnTo>
                    <a:pt x="1582623" y="415721"/>
                  </a:lnTo>
                  <a:lnTo>
                    <a:pt x="1589176" y="405866"/>
                  </a:lnTo>
                  <a:lnTo>
                    <a:pt x="1592694" y="388315"/>
                  </a:lnTo>
                  <a:close/>
                </a:path>
                <a:path w="2301875" h="613410">
                  <a:moveTo>
                    <a:pt x="1692656" y="395820"/>
                  </a:moveTo>
                  <a:lnTo>
                    <a:pt x="1690217" y="384111"/>
                  </a:lnTo>
                  <a:lnTo>
                    <a:pt x="1684185" y="374586"/>
                  </a:lnTo>
                  <a:lnTo>
                    <a:pt x="1676412" y="367499"/>
                  </a:lnTo>
                  <a:lnTo>
                    <a:pt x="1668767" y="363118"/>
                  </a:lnTo>
                  <a:lnTo>
                    <a:pt x="1668767" y="362534"/>
                  </a:lnTo>
                  <a:lnTo>
                    <a:pt x="1675676" y="358089"/>
                  </a:lnTo>
                  <a:lnTo>
                    <a:pt x="1682254" y="351193"/>
                  </a:lnTo>
                  <a:lnTo>
                    <a:pt x="1687169" y="342226"/>
                  </a:lnTo>
                  <a:lnTo>
                    <a:pt x="1689100" y="331571"/>
                  </a:lnTo>
                  <a:lnTo>
                    <a:pt x="1685874" y="316623"/>
                  </a:lnTo>
                  <a:lnTo>
                    <a:pt x="1683092" y="313042"/>
                  </a:lnTo>
                  <a:lnTo>
                    <a:pt x="1677060" y="305257"/>
                  </a:lnTo>
                  <a:lnTo>
                    <a:pt x="1663954" y="298030"/>
                  </a:lnTo>
                  <a:lnTo>
                    <a:pt x="1647875" y="295490"/>
                  </a:lnTo>
                  <a:lnTo>
                    <a:pt x="1633118" y="298208"/>
                  </a:lnTo>
                  <a:lnTo>
                    <a:pt x="1621586" y="304165"/>
                  </a:lnTo>
                  <a:lnTo>
                    <a:pt x="1614081" y="310134"/>
                  </a:lnTo>
                  <a:lnTo>
                    <a:pt x="1610042" y="314236"/>
                  </a:lnTo>
                  <a:lnTo>
                    <a:pt x="1609852" y="316598"/>
                  </a:lnTo>
                  <a:lnTo>
                    <a:pt x="1620469" y="326034"/>
                  </a:lnTo>
                  <a:lnTo>
                    <a:pt x="1622653" y="325653"/>
                  </a:lnTo>
                  <a:lnTo>
                    <a:pt x="1623822" y="324078"/>
                  </a:lnTo>
                  <a:lnTo>
                    <a:pt x="1627784" y="319747"/>
                  </a:lnTo>
                  <a:lnTo>
                    <a:pt x="1634858" y="313042"/>
                  </a:lnTo>
                  <a:lnTo>
                    <a:pt x="1646694" y="313042"/>
                  </a:lnTo>
                  <a:lnTo>
                    <a:pt x="1655102" y="314540"/>
                  </a:lnTo>
                  <a:lnTo>
                    <a:pt x="1662290" y="318833"/>
                  </a:lnTo>
                  <a:lnTo>
                    <a:pt x="1667281" y="325602"/>
                  </a:lnTo>
                  <a:lnTo>
                    <a:pt x="1669161" y="334530"/>
                  </a:lnTo>
                  <a:lnTo>
                    <a:pt x="1667421" y="342722"/>
                  </a:lnTo>
                  <a:lnTo>
                    <a:pt x="1662226" y="349427"/>
                  </a:lnTo>
                  <a:lnTo>
                    <a:pt x="1653540" y="353949"/>
                  </a:lnTo>
                  <a:lnTo>
                    <a:pt x="1641386" y="355612"/>
                  </a:lnTo>
                  <a:lnTo>
                    <a:pt x="1627568" y="355612"/>
                  </a:lnTo>
                  <a:lnTo>
                    <a:pt x="1626412" y="356793"/>
                  </a:lnTo>
                  <a:lnTo>
                    <a:pt x="1626412" y="370967"/>
                  </a:lnTo>
                  <a:lnTo>
                    <a:pt x="1627974" y="372338"/>
                  </a:lnTo>
                  <a:lnTo>
                    <a:pt x="1641182" y="372338"/>
                  </a:lnTo>
                  <a:lnTo>
                    <a:pt x="1654949" y="374281"/>
                  </a:lnTo>
                  <a:lnTo>
                    <a:pt x="1664665" y="379450"/>
                  </a:lnTo>
                  <a:lnTo>
                    <a:pt x="1670443" y="386829"/>
                  </a:lnTo>
                  <a:lnTo>
                    <a:pt x="1672348" y="395414"/>
                  </a:lnTo>
                  <a:lnTo>
                    <a:pt x="1670291" y="404304"/>
                  </a:lnTo>
                  <a:lnTo>
                    <a:pt x="1664817" y="410997"/>
                  </a:lnTo>
                  <a:lnTo>
                    <a:pt x="1656943" y="415226"/>
                  </a:lnTo>
                  <a:lnTo>
                    <a:pt x="1647685" y="416687"/>
                  </a:lnTo>
                  <a:lnTo>
                    <a:pt x="1637499" y="415010"/>
                  </a:lnTo>
                  <a:lnTo>
                    <a:pt x="1629244" y="411187"/>
                  </a:lnTo>
                  <a:lnTo>
                    <a:pt x="1623504" y="407060"/>
                  </a:lnTo>
                  <a:lnTo>
                    <a:pt x="1620875" y="404469"/>
                  </a:lnTo>
                  <a:lnTo>
                    <a:pt x="1619288" y="402704"/>
                  </a:lnTo>
                  <a:lnTo>
                    <a:pt x="1617497" y="402539"/>
                  </a:lnTo>
                  <a:lnTo>
                    <a:pt x="1615541" y="404075"/>
                  </a:lnTo>
                  <a:lnTo>
                    <a:pt x="1607858" y="411200"/>
                  </a:lnTo>
                  <a:lnTo>
                    <a:pt x="1606499" y="412381"/>
                  </a:lnTo>
                  <a:lnTo>
                    <a:pt x="1606499" y="414540"/>
                  </a:lnTo>
                  <a:lnTo>
                    <a:pt x="1607680" y="415912"/>
                  </a:lnTo>
                  <a:lnTo>
                    <a:pt x="1612366" y="420827"/>
                  </a:lnTo>
                  <a:lnTo>
                    <a:pt x="1620329" y="426618"/>
                  </a:lnTo>
                  <a:lnTo>
                    <a:pt x="1632064" y="431444"/>
                  </a:lnTo>
                  <a:lnTo>
                    <a:pt x="1648091" y="433463"/>
                  </a:lnTo>
                  <a:lnTo>
                    <a:pt x="1666532" y="430606"/>
                  </a:lnTo>
                  <a:lnTo>
                    <a:pt x="1680578" y="422694"/>
                  </a:lnTo>
                  <a:lnTo>
                    <a:pt x="1685061" y="416687"/>
                  </a:lnTo>
                  <a:lnTo>
                    <a:pt x="1689519" y="410756"/>
                  </a:lnTo>
                  <a:lnTo>
                    <a:pt x="1692656" y="395820"/>
                  </a:lnTo>
                  <a:close/>
                </a:path>
                <a:path w="2301875" h="613410">
                  <a:moveTo>
                    <a:pt x="1780844" y="5346"/>
                  </a:moveTo>
                  <a:lnTo>
                    <a:pt x="1778317" y="2819"/>
                  </a:lnTo>
                  <a:lnTo>
                    <a:pt x="1746504" y="2819"/>
                  </a:lnTo>
                  <a:lnTo>
                    <a:pt x="1744230" y="5346"/>
                  </a:lnTo>
                  <a:lnTo>
                    <a:pt x="1744230" y="124472"/>
                  </a:lnTo>
                  <a:lnTo>
                    <a:pt x="1743976" y="124472"/>
                  </a:lnTo>
                  <a:lnTo>
                    <a:pt x="1695983" y="73482"/>
                  </a:lnTo>
                  <a:lnTo>
                    <a:pt x="1626806" y="0"/>
                  </a:lnTo>
                  <a:lnTo>
                    <a:pt x="1616938" y="0"/>
                  </a:lnTo>
                  <a:lnTo>
                    <a:pt x="1614411" y="2260"/>
                  </a:lnTo>
                  <a:lnTo>
                    <a:pt x="1614411" y="197421"/>
                  </a:lnTo>
                  <a:lnTo>
                    <a:pt x="1616938" y="199948"/>
                  </a:lnTo>
                  <a:lnTo>
                    <a:pt x="1648485" y="199948"/>
                  </a:lnTo>
                  <a:lnTo>
                    <a:pt x="1650733" y="197421"/>
                  </a:lnTo>
                  <a:lnTo>
                    <a:pt x="1650733" y="73482"/>
                  </a:lnTo>
                  <a:lnTo>
                    <a:pt x="1651038" y="73482"/>
                  </a:lnTo>
                  <a:lnTo>
                    <a:pt x="1768729" y="202755"/>
                  </a:lnTo>
                  <a:lnTo>
                    <a:pt x="1778317" y="202755"/>
                  </a:lnTo>
                  <a:lnTo>
                    <a:pt x="1780844" y="200520"/>
                  </a:lnTo>
                  <a:lnTo>
                    <a:pt x="1780844" y="124472"/>
                  </a:lnTo>
                  <a:lnTo>
                    <a:pt x="1780844" y="5346"/>
                  </a:lnTo>
                  <a:close/>
                </a:path>
                <a:path w="2301875" h="613410">
                  <a:moveTo>
                    <a:pt x="1866188" y="5346"/>
                  </a:moveTo>
                  <a:lnTo>
                    <a:pt x="1863648" y="2819"/>
                  </a:lnTo>
                  <a:lnTo>
                    <a:pt x="1831822" y="2819"/>
                  </a:lnTo>
                  <a:lnTo>
                    <a:pt x="1829308" y="5346"/>
                  </a:lnTo>
                  <a:lnTo>
                    <a:pt x="1829308" y="197421"/>
                  </a:lnTo>
                  <a:lnTo>
                    <a:pt x="1831822" y="199948"/>
                  </a:lnTo>
                  <a:lnTo>
                    <a:pt x="1863648" y="199948"/>
                  </a:lnTo>
                  <a:lnTo>
                    <a:pt x="1866188" y="197421"/>
                  </a:lnTo>
                  <a:lnTo>
                    <a:pt x="1866188" y="5346"/>
                  </a:lnTo>
                  <a:close/>
                </a:path>
                <a:path w="2301875" h="613410">
                  <a:moveTo>
                    <a:pt x="2075700" y="169811"/>
                  </a:moveTo>
                  <a:lnTo>
                    <a:pt x="2073478" y="167843"/>
                  </a:lnTo>
                  <a:lnTo>
                    <a:pt x="2071585" y="165887"/>
                  </a:lnTo>
                  <a:lnTo>
                    <a:pt x="2056028" y="149834"/>
                  </a:lnTo>
                  <a:lnTo>
                    <a:pt x="2054326" y="148132"/>
                  </a:lnTo>
                  <a:lnTo>
                    <a:pt x="2051202" y="147840"/>
                  </a:lnTo>
                  <a:lnTo>
                    <a:pt x="2048941" y="149834"/>
                  </a:lnTo>
                  <a:lnTo>
                    <a:pt x="2039620" y="156375"/>
                  </a:lnTo>
                  <a:lnTo>
                    <a:pt x="2029320" y="161442"/>
                  </a:lnTo>
                  <a:lnTo>
                    <a:pt x="2018068" y="164719"/>
                  </a:lnTo>
                  <a:lnTo>
                    <a:pt x="2005863" y="165887"/>
                  </a:lnTo>
                  <a:lnTo>
                    <a:pt x="1980793" y="160667"/>
                  </a:lnTo>
                  <a:lnTo>
                    <a:pt x="1960803" y="146545"/>
                  </a:lnTo>
                  <a:lnTo>
                    <a:pt x="1947570" y="125818"/>
                  </a:lnTo>
                  <a:lnTo>
                    <a:pt x="1942782" y="100812"/>
                  </a:lnTo>
                  <a:lnTo>
                    <a:pt x="1947532" y="75590"/>
                  </a:lnTo>
                  <a:lnTo>
                    <a:pt x="1960676" y="54698"/>
                  </a:lnTo>
                  <a:lnTo>
                    <a:pt x="1980577" y="40449"/>
                  </a:lnTo>
                  <a:lnTo>
                    <a:pt x="2005596" y="35191"/>
                  </a:lnTo>
                  <a:lnTo>
                    <a:pt x="2017369" y="36322"/>
                  </a:lnTo>
                  <a:lnTo>
                    <a:pt x="2028761" y="39598"/>
                  </a:lnTo>
                  <a:lnTo>
                    <a:pt x="2039416" y="44818"/>
                  </a:lnTo>
                  <a:lnTo>
                    <a:pt x="2048941" y="51816"/>
                  </a:lnTo>
                  <a:lnTo>
                    <a:pt x="2051202" y="54076"/>
                  </a:lnTo>
                  <a:lnTo>
                    <a:pt x="2054021" y="54076"/>
                  </a:lnTo>
                  <a:lnTo>
                    <a:pt x="2056028" y="51816"/>
                  </a:lnTo>
                  <a:lnTo>
                    <a:pt x="2072081" y="35191"/>
                  </a:lnTo>
                  <a:lnTo>
                    <a:pt x="2073173" y="34061"/>
                  </a:lnTo>
                  <a:lnTo>
                    <a:pt x="2075434" y="31813"/>
                  </a:lnTo>
                  <a:lnTo>
                    <a:pt x="2075434" y="28448"/>
                  </a:lnTo>
                  <a:lnTo>
                    <a:pt x="2042312" y="6642"/>
                  </a:lnTo>
                  <a:lnTo>
                    <a:pt x="2004733" y="0"/>
                  </a:lnTo>
                  <a:lnTo>
                    <a:pt x="1965096" y="7962"/>
                  </a:lnTo>
                  <a:lnTo>
                    <a:pt x="1932800" y="29705"/>
                  </a:lnTo>
                  <a:lnTo>
                    <a:pt x="1911057" y="62001"/>
                  </a:lnTo>
                  <a:lnTo>
                    <a:pt x="1903095" y="101663"/>
                  </a:lnTo>
                  <a:lnTo>
                    <a:pt x="1911057" y="141211"/>
                  </a:lnTo>
                  <a:lnTo>
                    <a:pt x="1932800" y="173316"/>
                  </a:lnTo>
                  <a:lnTo>
                    <a:pt x="1965096" y="194868"/>
                  </a:lnTo>
                  <a:lnTo>
                    <a:pt x="2004733" y="202755"/>
                  </a:lnTo>
                  <a:lnTo>
                    <a:pt x="2023313" y="201091"/>
                  </a:lnTo>
                  <a:lnTo>
                    <a:pt x="2073173" y="175450"/>
                  </a:lnTo>
                  <a:lnTo>
                    <a:pt x="2075700" y="169811"/>
                  </a:lnTo>
                  <a:close/>
                </a:path>
                <a:path w="2301875" h="613410">
                  <a:moveTo>
                    <a:pt x="2301862" y="101663"/>
                  </a:moveTo>
                  <a:lnTo>
                    <a:pt x="2293950" y="62001"/>
                  </a:lnTo>
                  <a:lnTo>
                    <a:pt x="2276932" y="36614"/>
                  </a:lnTo>
                  <a:lnTo>
                    <a:pt x="2272296" y="29705"/>
                  </a:lnTo>
                  <a:lnTo>
                    <a:pt x="2265222" y="24930"/>
                  </a:lnTo>
                  <a:lnTo>
                    <a:pt x="2265222" y="101663"/>
                  </a:lnTo>
                  <a:lnTo>
                    <a:pt x="2260092" y="126695"/>
                  </a:lnTo>
                  <a:lnTo>
                    <a:pt x="2246160" y="147205"/>
                  </a:lnTo>
                  <a:lnTo>
                    <a:pt x="2225560" y="161061"/>
                  </a:lnTo>
                  <a:lnTo>
                    <a:pt x="2200478" y="166154"/>
                  </a:lnTo>
                  <a:lnTo>
                    <a:pt x="2175421" y="161061"/>
                  </a:lnTo>
                  <a:lnTo>
                    <a:pt x="2154910" y="147205"/>
                  </a:lnTo>
                  <a:lnTo>
                    <a:pt x="2141055" y="126695"/>
                  </a:lnTo>
                  <a:lnTo>
                    <a:pt x="2135962" y="101663"/>
                  </a:lnTo>
                  <a:lnTo>
                    <a:pt x="2141055" y="76517"/>
                  </a:lnTo>
                  <a:lnTo>
                    <a:pt x="2154910" y="55816"/>
                  </a:lnTo>
                  <a:lnTo>
                    <a:pt x="2175421" y="41783"/>
                  </a:lnTo>
                  <a:lnTo>
                    <a:pt x="2200478" y="36614"/>
                  </a:lnTo>
                  <a:lnTo>
                    <a:pt x="2225560" y="41783"/>
                  </a:lnTo>
                  <a:lnTo>
                    <a:pt x="2246160" y="55816"/>
                  </a:lnTo>
                  <a:lnTo>
                    <a:pt x="2260092" y="76517"/>
                  </a:lnTo>
                  <a:lnTo>
                    <a:pt x="2265222" y="101663"/>
                  </a:lnTo>
                  <a:lnTo>
                    <a:pt x="2265222" y="24930"/>
                  </a:lnTo>
                  <a:lnTo>
                    <a:pt x="2240089" y="7962"/>
                  </a:lnTo>
                  <a:lnTo>
                    <a:pt x="2200478" y="0"/>
                  </a:lnTo>
                  <a:lnTo>
                    <a:pt x="2160917" y="7962"/>
                  </a:lnTo>
                  <a:lnTo>
                    <a:pt x="2128799" y="29705"/>
                  </a:lnTo>
                  <a:lnTo>
                    <a:pt x="2107247" y="62001"/>
                  </a:lnTo>
                  <a:lnTo>
                    <a:pt x="2099373" y="101663"/>
                  </a:lnTo>
                  <a:lnTo>
                    <a:pt x="2107247" y="141211"/>
                  </a:lnTo>
                  <a:lnTo>
                    <a:pt x="2128799" y="173316"/>
                  </a:lnTo>
                  <a:lnTo>
                    <a:pt x="2160917" y="194868"/>
                  </a:lnTo>
                  <a:lnTo>
                    <a:pt x="2200478" y="202755"/>
                  </a:lnTo>
                  <a:lnTo>
                    <a:pt x="2240089" y="194868"/>
                  </a:lnTo>
                  <a:lnTo>
                    <a:pt x="2272296" y="173316"/>
                  </a:lnTo>
                  <a:lnTo>
                    <a:pt x="2277135" y="166154"/>
                  </a:lnTo>
                  <a:lnTo>
                    <a:pt x="2293950" y="141211"/>
                  </a:lnTo>
                  <a:lnTo>
                    <a:pt x="2301862" y="101663"/>
                  </a:lnTo>
                  <a:close/>
                </a:path>
              </a:pathLst>
            </a:custGeom>
            <a:solidFill>
              <a:srgbClr val="31303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2" name="object 8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7200" y="459251"/>
              <a:ext cx="802003" cy="80183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70026" y="457199"/>
              <a:ext cx="118745" cy="45085"/>
            </a:xfrm>
            <a:custGeom>
              <a:avLst/>
              <a:gdLst/>
              <a:ahLst/>
              <a:cxnLst/>
              <a:rect l="l" t="t" r="r" b="b"/>
              <a:pathLst>
                <a:path w="118744" h="45084">
                  <a:moveTo>
                    <a:pt x="13970" y="43294"/>
                  </a:moveTo>
                  <a:lnTo>
                    <a:pt x="6502" y="8470"/>
                  </a:lnTo>
                  <a:lnTo>
                    <a:pt x="0" y="9880"/>
                  </a:lnTo>
                  <a:lnTo>
                    <a:pt x="7442" y="44678"/>
                  </a:lnTo>
                  <a:lnTo>
                    <a:pt x="13970" y="43294"/>
                  </a:lnTo>
                  <a:close/>
                </a:path>
                <a:path w="118744" h="45084">
                  <a:moveTo>
                    <a:pt x="30899" y="40132"/>
                  </a:moveTo>
                  <a:lnTo>
                    <a:pt x="24777" y="5067"/>
                  </a:lnTo>
                  <a:lnTo>
                    <a:pt x="18211" y="6223"/>
                  </a:lnTo>
                  <a:lnTo>
                    <a:pt x="24333" y="41262"/>
                  </a:lnTo>
                  <a:lnTo>
                    <a:pt x="30899" y="40132"/>
                  </a:lnTo>
                  <a:close/>
                </a:path>
                <a:path w="118744" h="45084">
                  <a:moveTo>
                    <a:pt x="47764" y="37846"/>
                  </a:moveTo>
                  <a:lnTo>
                    <a:pt x="43408" y="2514"/>
                  </a:lnTo>
                  <a:lnTo>
                    <a:pt x="36791" y="3340"/>
                  </a:lnTo>
                  <a:lnTo>
                    <a:pt x="41173" y="38658"/>
                  </a:lnTo>
                  <a:lnTo>
                    <a:pt x="47764" y="37846"/>
                  </a:lnTo>
                  <a:close/>
                </a:path>
                <a:path w="118744" h="45084">
                  <a:moveTo>
                    <a:pt x="64719" y="36360"/>
                  </a:moveTo>
                  <a:lnTo>
                    <a:pt x="62141" y="850"/>
                  </a:lnTo>
                  <a:lnTo>
                    <a:pt x="55473" y="1358"/>
                  </a:lnTo>
                  <a:lnTo>
                    <a:pt x="58077" y="36855"/>
                  </a:lnTo>
                  <a:lnTo>
                    <a:pt x="64719" y="36360"/>
                  </a:lnTo>
                  <a:close/>
                </a:path>
                <a:path w="118744" h="45084">
                  <a:moveTo>
                    <a:pt x="81711" y="35648"/>
                  </a:moveTo>
                  <a:lnTo>
                    <a:pt x="80924" y="63"/>
                  </a:lnTo>
                  <a:lnTo>
                    <a:pt x="74256" y="215"/>
                  </a:lnTo>
                  <a:lnTo>
                    <a:pt x="75044" y="35801"/>
                  </a:lnTo>
                  <a:lnTo>
                    <a:pt x="81711" y="35648"/>
                  </a:lnTo>
                  <a:close/>
                </a:path>
                <a:path w="118744" h="45084">
                  <a:moveTo>
                    <a:pt x="99504" y="101"/>
                  </a:moveTo>
                  <a:lnTo>
                    <a:pt x="92837" y="0"/>
                  </a:lnTo>
                  <a:lnTo>
                    <a:pt x="92290" y="35585"/>
                  </a:lnTo>
                  <a:lnTo>
                    <a:pt x="98933" y="35712"/>
                  </a:lnTo>
                  <a:lnTo>
                    <a:pt x="99504" y="101"/>
                  </a:lnTo>
                  <a:close/>
                </a:path>
                <a:path w="118744" h="45084">
                  <a:moveTo>
                    <a:pt x="118287" y="1079"/>
                  </a:moveTo>
                  <a:lnTo>
                    <a:pt x="111620" y="609"/>
                  </a:lnTo>
                  <a:lnTo>
                    <a:pt x="109283" y="36118"/>
                  </a:lnTo>
                  <a:lnTo>
                    <a:pt x="115951" y="36563"/>
                  </a:lnTo>
                  <a:lnTo>
                    <a:pt x="118287" y="1079"/>
                  </a:lnTo>
                  <a:close/>
                </a:path>
              </a:pathLst>
            </a:custGeom>
            <a:solidFill>
              <a:srgbClr val="31303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4" name="object 8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67736" y="1362492"/>
              <a:ext cx="2102040" cy="237709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0" y="6286500"/>
              <a:ext cx="12189460" cy="571500"/>
            </a:xfrm>
            <a:custGeom>
              <a:avLst/>
              <a:gdLst/>
              <a:ahLst/>
              <a:cxnLst/>
              <a:rect l="l" t="t" r="r" b="b"/>
              <a:pathLst>
                <a:path w="12189460" h="571500">
                  <a:moveTo>
                    <a:pt x="12188952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2188952" y="57150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6F8EA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6" name="object 86"/>
            <p:cNvSpPr/>
            <p:nvPr/>
          </p:nvSpPr>
          <p:spPr>
            <a:xfrm>
              <a:off x="8448865" y="6472897"/>
              <a:ext cx="3305175" cy="181610"/>
            </a:xfrm>
            <a:custGeom>
              <a:avLst/>
              <a:gdLst/>
              <a:ahLst/>
              <a:cxnLst/>
              <a:rect l="l" t="t" r="r" b="b"/>
              <a:pathLst>
                <a:path w="3305175" h="181609">
                  <a:moveTo>
                    <a:pt x="116840" y="60972"/>
                  </a:moveTo>
                  <a:lnTo>
                    <a:pt x="112509" y="40055"/>
                  </a:lnTo>
                  <a:lnTo>
                    <a:pt x="110439" y="37033"/>
                  </a:lnTo>
                  <a:lnTo>
                    <a:pt x="100736" y="22885"/>
                  </a:lnTo>
                  <a:lnTo>
                    <a:pt x="85331" y="12585"/>
                  </a:lnTo>
                  <a:lnTo>
                    <a:pt x="85331" y="60744"/>
                  </a:lnTo>
                  <a:lnTo>
                    <a:pt x="83324" y="70802"/>
                  </a:lnTo>
                  <a:lnTo>
                    <a:pt x="77863" y="78854"/>
                  </a:lnTo>
                  <a:lnTo>
                    <a:pt x="69850" y="84213"/>
                  </a:lnTo>
                  <a:lnTo>
                    <a:pt x="60134" y="86156"/>
                  </a:lnTo>
                  <a:lnTo>
                    <a:pt x="31788" y="86156"/>
                  </a:lnTo>
                  <a:lnTo>
                    <a:pt x="31788" y="37033"/>
                  </a:lnTo>
                  <a:lnTo>
                    <a:pt x="60134" y="37033"/>
                  </a:lnTo>
                  <a:lnTo>
                    <a:pt x="69850" y="38836"/>
                  </a:lnTo>
                  <a:lnTo>
                    <a:pt x="77863" y="43840"/>
                  </a:lnTo>
                  <a:lnTo>
                    <a:pt x="83324" y="51358"/>
                  </a:lnTo>
                  <a:lnTo>
                    <a:pt x="85331" y="60744"/>
                  </a:lnTo>
                  <a:lnTo>
                    <a:pt x="85331" y="12585"/>
                  </a:lnTo>
                  <a:lnTo>
                    <a:pt x="83337" y="11252"/>
                  </a:lnTo>
                  <a:lnTo>
                    <a:pt x="62103" y="6972"/>
                  </a:lnTo>
                  <a:lnTo>
                    <a:pt x="1968" y="6972"/>
                  </a:lnTo>
                  <a:lnTo>
                    <a:pt x="0" y="9169"/>
                  </a:lnTo>
                  <a:lnTo>
                    <a:pt x="0" y="175882"/>
                  </a:lnTo>
                  <a:lnTo>
                    <a:pt x="1968" y="178066"/>
                  </a:lnTo>
                  <a:lnTo>
                    <a:pt x="29578" y="178066"/>
                  </a:lnTo>
                  <a:lnTo>
                    <a:pt x="31788" y="175882"/>
                  </a:lnTo>
                  <a:lnTo>
                    <a:pt x="31788" y="115989"/>
                  </a:lnTo>
                  <a:lnTo>
                    <a:pt x="62331" y="115989"/>
                  </a:lnTo>
                  <a:lnTo>
                    <a:pt x="83426" y="111658"/>
                  </a:lnTo>
                  <a:lnTo>
                    <a:pt x="100774" y="99847"/>
                  </a:lnTo>
                  <a:lnTo>
                    <a:pt x="109969" y="86156"/>
                  </a:lnTo>
                  <a:lnTo>
                    <a:pt x="112522" y="82359"/>
                  </a:lnTo>
                  <a:lnTo>
                    <a:pt x="116840" y="60972"/>
                  </a:lnTo>
                  <a:close/>
                </a:path>
                <a:path w="3305175" h="181609">
                  <a:moveTo>
                    <a:pt x="311175" y="92760"/>
                  </a:moveTo>
                  <a:lnTo>
                    <a:pt x="304304" y="58343"/>
                  </a:lnTo>
                  <a:lnTo>
                    <a:pt x="289534" y="36309"/>
                  </a:lnTo>
                  <a:lnTo>
                    <a:pt x="285508" y="30302"/>
                  </a:lnTo>
                  <a:lnTo>
                    <a:pt x="279387" y="26174"/>
                  </a:lnTo>
                  <a:lnTo>
                    <a:pt x="279387" y="92760"/>
                  </a:lnTo>
                  <a:lnTo>
                    <a:pt x="274942" y="114490"/>
                  </a:lnTo>
                  <a:lnTo>
                    <a:pt x="262839" y="132283"/>
                  </a:lnTo>
                  <a:lnTo>
                    <a:pt x="244957" y="144310"/>
                  </a:lnTo>
                  <a:lnTo>
                    <a:pt x="223177" y="148729"/>
                  </a:lnTo>
                  <a:lnTo>
                    <a:pt x="201434" y="144310"/>
                  </a:lnTo>
                  <a:lnTo>
                    <a:pt x="183642" y="132283"/>
                  </a:lnTo>
                  <a:lnTo>
                    <a:pt x="171615" y="114490"/>
                  </a:lnTo>
                  <a:lnTo>
                    <a:pt x="167195" y="92760"/>
                  </a:lnTo>
                  <a:lnTo>
                    <a:pt x="171615" y="70942"/>
                  </a:lnTo>
                  <a:lnTo>
                    <a:pt x="183642" y="52971"/>
                  </a:lnTo>
                  <a:lnTo>
                    <a:pt x="201434" y="40792"/>
                  </a:lnTo>
                  <a:lnTo>
                    <a:pt x="223177" y="36309"/>
                  </a:lnTo>
                  <a:lnTo>
                    <a:pt x="244957" y="40792"/>
                  </a:lnTo>
                  <a:lnTo>
                    <a:pt x="262839" y="52971"/>
                  </a:lnTo>
                  <a:lnTo>
                    <a:pt x="274942" y="70942"/>
                  </a:lnTo>
                  <a:lnTo>
                    <a:pt x="279387" y="92760"/>
                  </a:lnTo>
                  <a:lnTo>
                    <a:pt x="279387" y="26174"/>
                  </a:lnTo>
                  <a:lnTo>
                    <a:pt x="257556" y="11430"/>
                  </a:lnTo>
                  <a:lnTo>
                    <a:pt x="223177" y="4521"/>
                  </a:lnTo>
                  <a:lnTo>
                    <a:pt x="188836" y="11430"/>
                  </a:lnTo>
                  <a:lnTo>
                    <a:pt x="160959" y="30302"/>
                  </a:lnTo>
                  <a:lnTo>
                    <a:pt x="142252" y="58343"/>
                  </a:lnTo>
                  <a:lnTo>
                    <a:pt x="135420" y="92760"/>
                  </a:lnTo>
                  <a:lnTo>
                    <a:pt x="142252" y="127088"/>
                  </a:lnTo>
                  <a:lnTo>
                    <a:pt x="160959" y="154952"/>
                  </a:lnTo>
                  <a:lnTo>
                    <a:pt x="188836" y="173659"/>
                  </a:lnTo>
                  <a:lnTo>
                    <a:pt x="223177" y="180505"/>
                  </a:lnTo>
                  <a:lnTo>
                    <a:pt x="257556" y="173659"/>
                  </a:lnTo>
                  <a:lnTo>
                    <a:pt x="285508" y="154952"/>
                  </a:lnTo>
                  <a:lnTo>
                    <a:pt x="289712" y="148729"/>
                  </a:lnTo>
                  <a:lnTo>
                    <a:pt x="304304" y="127088"/>
                  </a:lnTo>
                  <a:lnTo>
                    <a:pt x="311175" y="92760"/>
                  </a:lnTo>
                  <a:close/>
                </a:path>
                <a:path w="3305175" h="181609">
                  <a:moveTo>
                    <a:pt x="435584" y="150926"/>
                  </a:moveTo>
                  <a:lnTo>
                    <a:pt x="433628" y="148729"/>
                  </a:lnTo>
                  <a:lnTo>
                    <a:pt x="368617" y="148729"/>
                  </a:lnTo>
                  <a:lnTo>
                    <a:pt x="368617" y="9169"/>
                  </a:lnTo>
                  <a:lnTo>
                    <a:pt x="366407" y="6972"/>
                  </a:lnTo>
                  <a:lnTo>
                    <a:pt x="338797" y="6972"/>
                  </a:lnTo>
                  <a:lnTo>
                    <a:pt x="336829" y="9169"/>
                  </a:lnTo>
                  <a:lnTo>
                    <a:pt x="336829" y="175882"/>
                  </a:lnTo>
                  <a:lnTo>
                    <a:pt x="338797" y="178066"/>
                  </a:lnTo>
                  <a:lnTo>
                    <a:pt x="433628" y="178066"/>
                  </a:lnTo>
                  <a:lnTo>
                    <a:pt x="435584" y="175882"/>
                  </a:lnTo>
                  <a:lnTo>
                    <a:pt x="435584" y="150926"/>
                  </a:lnTo>
                  <a:close/>
                </a:path>
                <a:path w="3305175" h="181609">
                  <a:moveTo>
                    <a:pt x="499630" y="9169"/>
                  </a:moveTo>
                  <a:lnTo>
                    <a:pt x="497420" y="6972"/>
                  </a:lnTo>
                  <a:lnTo>
                    <a:pt x="469811" y="6972"/>
                  </a:lnTo>
                  <a:lnTo>
                    <a:pt x="467601" y="9169"/>
                  </a:lnTo>
                  <a:lnTo>
                    <a:pt x="467601" y="175882"/>
                  </a:lnTo>
                  <a:lnTo>
                    <a:pt x="469811" y="178066"/>
                  </a:lnTo>
                  <a:lnTo>
                    <a:pt x="497420" y="178066"/>
                  </a:lnTo>
                  <a:lnTo>
                    <a:pt x="499630" y="175882"/>
                  </a:lnTo>
                  <a:lnTo>
                    <a:pt x="499630" y="9169"/>
                  </a:lnTo>
                  <a:close/>
                </a:path>
                <a:path w="3305175" h="181609">
                  <a:moveTo>
                    <a:pt x="646518" y="9169"/>
                  </a:moveTo>
                  <a:lnTo>
                    <a:pt x="644575" y="6972"/>
                  </a:lnTo>
                  <a:lnTo>
                    <a:pt x="532371" y="6972"/>
                  </a:lnTo>
                  <a:lnTo>
                    <a:pt x="530402" y="9169"/>
                  </a:lnTo>
                  <a:lnTo>
                    <a:pt x="530402" y="34086"/>
                  </a:lnTo>
                  <a:lnTo>
                    <a:pt x="532371" y="36309"/>
                  </a:lnTo>
                  <a:lnTo>
                    <a:pt x="572452" y="36309"/>
                  </a:lnTo>
                  <a:lnTo>
                    <a:pt x="572452" y="175882"/>
                  </a:lnTo>
                  <a:lnTo>
                    <a:pt x="574662" y="178066"/>
                  </a:lnTo>
                  <a:lnTo>
                    <a:pt x="602284" y="178066"/>
                  </a:lnTo>
                  <a:lnTo>
                    <a:pt x="604481" y="175882"/>
                  </a:lnTo>
                  <a:lnTo>
                    <a:pt x="604481" y="36309"/>
                  </a:lnTo>
                  <a:lnTo>
                    <a:pt x="644575" y="36309"/>
                  </a:lnTo>
                  <a:lnTo>
                    <a:pt x="646518" y="34086"/>
                  </a:lnTo>
                  <a:lnTo>
                    <a:pt x="646518" y="9169"/>
                  </a:lnTo>
                  <a:close/>
                </a:path>
                <a:path w="3305175" h="181609">
                  <a:moveTo>
                    <a:pt x="783145" y="9169"/>
                  </a:moveTo>
                  <a:lnTo>
                    <a:pt x="781215" y="6972"/>
                  </a:lnTo>
                  <a:lnTo>
                    <a:pt x="676351" y="6972"/>
                  </a:lnTo>
                  <a:lnTo>
                    <a:pt x="674395" y="9169"/>
                  </a:lnTo>
                  <a:lnTo>
                    <a:pt x="674395" y="175882"/>
                  </a:lnTo>
                  <a:lnTo>
                    <a:pt x="676351" y="178066"/>
                  </a:lnTo>
                  <a:lnTo>
                    <a:pt x="781215" y="178066"/>
                  </a:lnTo>
                  <a:lnTo>
                    <a:pt x="783145" y="175882"/>
                  </a:lnTo>
                  <a:lnTo>
                    <a:pt x="783145" y="150926"/>
                  </a:lnTo>
                  <a:lnTo>
                    <a:pt x="781215" y="148729"/>
                  </a:lnTo>
                  <a:lnTo>
                    <a:pt x="706158" y="148729"/>
                  </a:lnTo>
                  <a:lnTo>
                    <a:pt x="706158" y="105956"/>
                  </a:lnTo>
                  <a:lnTo>
                    <a:pt x="768985" y="105956"/>
                  </a:lnTo>
                  <a:lnTo>
                    <a:pt x="771182" y="104013"/>
                  </a:lnTo>
                  <a:lnTo>
                    <a:pt x="771182" y="78574"/>
                  </a:lnTo>
                  <a:lnTo>
                    <a:pt x="768985" y="76377"/>
                  </a:lnTo>
                  <a:lnTo>
                    <a:pt x="706158" y="76377"/>
                  </a:lnTo>
                  <a:lnTo>
                    <a:pt x="706158" y="36309"/>
                  </a:lnTo>
                  <a:lnTo>
                    <a:pt x="781215" y="36309"/>
                  </a:lnTo>
                  <a:lnTo>
                    <a:pt x="783145" y="34086"/>
                  </a:lnTo>
                  <a:lnTo>
                    <a:pt x="783145" y="9169"/>
                  </a:lnTo>
                  <a:close/>
                </a:path>
                <a:path w="3305175" h="181609">
                  <a:moveTo>
                    <a:pt x="957910" y="151904"/>
                  </a:moveTo>
                  <a:lnTo>
                    <a:pt x="955967" y="150202"/>
                  </a:lnTo>
                  <a:lnTo>
                    <a:pt x="954316" y="148501"/>
                  </a:lnTo>
                  <a:lnTo>
                    <a:pt x="940828" y="134569"/>
                  </a:lnTo>
                  <a:lnTo>
                    <a:pt x="939368" y="133096"/>
                  </a:lnTo>
                  <a:lnTo>
                    <a:pt x="936650" y="132829"/>
                  </a:lnTo>
                  <a:lnTo>
                    <a:pt x="934694" y="134569"/>
                  </a:lnTo>
                  <a:lnTo>
                    <a:pt x="926592" y="140246"/>
                  </a:lnTo>
                  <a:lnTo>
                    <a:pt x="917663" y="144640"/>
                  </a:lnTo>
                  <a:lnTo>
                    <a:pt x="907897" y="147485"/>
                  </a:lnTo>
                  <a:lnTo>
                    <a:pt x="897305" y="148501"/>
                  </a:lnTo>
                  <a:lnTo>
                    <a:pt x="875550" y="143967"/>
                  </a:lnTo>
                  <a:lnTo>
                    <a:pt x="858189" y="131711"/>
                  </a:lnTo>
                  <a:lnTo>
                    <a:pt x="846696" y="113728"/>
                  </a:lnTo>
                  <a:lnTo>
                    <a:pt x="842543" y="92011"/>
                  </a:lnTo>
                  <a:lnTo>
                    <a:pt x="846658" y="70116"/>
                  </a:lnTo>
                  <a:lnTo>
                    <a:pt x="858075" y="51993"/>
                  </a:lnTo>
                  <a:lnTo>
                    <a:pt x="875347" y="39624"/>
                  </a:lnTo>
                  <a:lnTo>
                    <a:pt x="897064" y="35064"/>
                  </a:lnTo>
                  <a:lnTo>
                    <a:pt x="907275" y="36042"/>
                  </a:lnTo>
                  <a:lnTo>
                    <a:pt x="917168" y="38887"/>
                  </a:lnTo>
                  <a:lnTo>
                    <a:pt x="926414" y="43421"/>
                  </a:lnTo>
                  <a:lnTo>
                    <a:pt x="934694" y="49491"/>
                  </a:lnTo>
                  <a:lnTo>
                    <a:pt x="936650" y="51460"/>
                  </a:lnTo>
                  <a:lnTo>
                    <a:pt x="939101" y="51460"/>
                  </a:lnTo>
                  <a:lnTo>
                    <a:pt x="940828" y="49491"/>
                  </a:lnTo>
                  <a:lnTo>
                    <a:pt x="954786" y="35064"/>
                  </a:lnTo>
                  <a:lnTo>
                    <a:pt x="955725" y="34086"/>
                  </a:lnTo>
                  <a:lnTo>
                    <a:pt x="957694" y="32131"/>
                  </a:lnTo>
                  <a:lnTo>
                    <a:pt x="957694" y="29210"/>
                  </a:lnTo>
                  <a:lnTo>
                    <a:pt x="913650" y="5969"/>
                  </a:lnTo>
                  <a:lnTo>
                    <a:pt x="896327" y="4521"/>
                  </a:lnTo>
                  <a:lnTo>
                    <a:pt x="861923" y="11430"/>
                  </a:lnTo>
                  <a:lnTo>
                    <a:pt x="833882" y="30302"/>
                  </a:lnTo>
                  <a:lnTo>
                    <a:pt x="815009" y="58343"/>
                  </a:lnTo>
                  <a:lnTo>
                    <a:pt x="808101" y="92760"/>
                  </a:lnTo>
                  <a:lnTo>
                    <a:pt x="815009" y="127088"/>
                  </a:lnTo>
                  <a:lnTo>
                    <a:pt x="833882" y="154952"/>
                  </a:lnTo>
                  <a:lnTo>
                    <a:pt x="861923" y="173659"/>
                  </a:lnTo>
                  <a:lnTo>
                    <a:pt x="896327" y="180505"/>
                  </a:lnTo>
                  <a:lnTo>
                    <a:pt x="912456" y="179070"/>
                  </a:lnTo>
                  <a:lnTo>
                    <a:pt x="955725" y="156806"/>
                  </a:lnTo>
                  <a:lnTo>
                    <a:pt x="957910" y="151904"/>
                  </a:lnTo>
                  <a:close/>
                </a:path>
                <a:path w="3305175" h="181609">
                  <a:moveTo>
                    <a:pt x="1132674" y="9169"/>
                  </a:moveTo>
                  <a:lnTo>
                    <a:pt x="1130490" y="6972"/>
                  </a:lnTo>
                  <a:lnTo>
                    <a:pt x="1102880" y="6972"/>
                  </a:lnTo>
                  <a:lnTo>
                    <a:pt x="1100912" y="9169"/>
                  </a:lnTo>
                  <a:lnTo>
                    <a:pt x="1100912" y="112560"/>
                  </a:lnTo>
                  <a:lnTo>
                    <a:pt x="1100683" y="112560"/>
                  </a:lnTo>
                  <a:lnTo>
                    <a:pt x="1059027" y="68300"/>
                  </a:lnTo>
                  <a:lnTo>
                    <a:pt x="998994" y="4521"/>
                  </a:lnTo>
                  <a:lnTo>
                    <a:pt x="990434" y="4521"/>
                  </a:lnTo>
                  <a:lnTo>
                    <a:pt x="988225" y="6489"/>
                  </a:lnTo>
                  <a:lnTo>
                    <a:pt x="988225" y="175882"/>
                  </a:lnTo>
                  <a:lnTo>
                    <a:pt x="990434" y="178066"/>
                  </a:lnTo>
                  <a:lnTo>
                    <a:pt x="1017816" y="178066"/>
                  </a:lnTo>
                  <a:lnTo>
                    <a:pt x="1019759" y="175882"/>
                  </a:lnTo>
                  <a:lnTo>
                    <a:pt x="1019759" y="68300"/>
                  </a:lnTo>
                  <a:lnTo>
                    <a:pt x="1020025" y="68300"/>
                  </a:lnTo>
                  <a:lnTo>
                    <a:pt x="1122184" y="180505"/>
                  </a:lnTo>
                  <a:lnTo>
                    <a:pt x="1130490" y="180505"/>
                  </a:lnTo>
                  <a:lnTo>
                    <a:pt x="1132674" y="178562"/>
                  </a:lnTo>
                  <a:lnTo>
                    <a:pt x="1132674" y="112560"/>
                  </a:lnTo>
                  <a:lnTo>
                    <a:pt x="1132674" y="9169"/>
                  </a:lnTo>
                  <a:close/>
                </a:path>
                <a:path w="3305175" h="181609">
                  <a:moveTo>
                    <a:pt x="1206754" y="9169"/>
                  </a:moveTo>
                  <a:lnTo>
                    <a:pt x="1204556" y="6972"/>
                  </a:lnTo>
                  <a:lnTo>
                    <a:pt x="1176934" y="6972"/>
                  </a:lnTo>
                  <a:lnTo>
                    <a:pt x="1174737" y="9169"/>
                  </a:lnTo>
                  <a:lnTo>
                    <a:pt x="1174737" y="175882"/>
                  </a:lnTo>
                  <a:lnTo>
                    <a:pt x="1176934" y="178066"/>
                  </a:lnTo>
                  <a:lnTo>
                    <a:pt x="1204556" y="178066"/>
                  </a:lnTo>
                  <a:lnTo>
                    <a:pt x="1206754" y="175882"/>
                  </a:lnTo>
                  <a:lnTo>
                    <a:pt x="1206754" y="9169"/>
                  </a:lnTo>
                  <a:close/>
                </a:path>
                <a:path w="3305175" h="181609">
                  <a:moveTo>
                    <a:pt x="1388605" y="151904"/>
                  </a:moveTo>
                  <a:lnTo>
                    <a:pt x="1386662" y="150202"/>
                  </a:lnTo>
                  <a:lnTo>
                    <a:pt x="1385011" y="148501"/>
                  </a:lnTo>
                  <a:lnTo>
                    <a:pt x="1371523" y="134569"/>
                  </a:lnTo>
                  <a:lnTo>
                    <a:pt x="1370037" y="133096"/>
                  </a:lnTo>
                  <a:lnTo>
                    <a:pt x="1367345" y="132829"/>
                  </a:lnTo>
                  <a:lnTo>
                    <a:pt x="1365377" y="134569"/>
                  </a:lnTo>
                  <a:lnTo>
                    <a:pt x="1357274" y="140246"/>
                  </a:lnTo>
                  <a:lnTo>
                    <a:pt x="1348346" y="144640"/>
                  </a:lnTo>
                  <a:lnTo>
                    <a:pt x="1338580" y="147485"/>
                  </a:lnTo>
                  <a:lnTo>
                    <a:pt x="1327988" y="148501"/>
                  </a:lnTo>
                  <a:lnTo>
                    <a:pt x="1306233" y="143967"/>
                  </a:lnTo>
                  <a:lnTo>
                    <a:pt x="1288872" y="131711"/>
                  </a:lnTo>
                  <a:lnTo>
                    <a:pt x="1277378" y="113728"/>
                  </a:lnTo>
                  <a:lnTo>
                    <a:pt x="1273225" y="92011"/>
                  </a:lnTo>
                  <a:lnTo>
                    <a:pt x="1277340" y="70116"/>
                  </a:lnTo>
                  <a:lnTo>
                    <a:pt x="1288757" y="51993"/>
                  </a:lnTo>
                  <a:lnTo>
                    <a:pt x="1306029" y="39624"/>
                  </a:lnTo>
                  <a:lnTo>
                    <a:pt x="1327746" y="35064"/>
                  </a:lnTo>
                  <a:lnTo>
                    <a:pt x="1337957" y="36042"/>
                  </a:lnTo>
                  <a:lnTo>
                    <a:pt x="1347851" y="38887"/>
                  </a:lnTo>
                  <a:lnTo>
                    <a:pt x="1357096" y="43421"/>
                  </a:lnTo>
                  <a:lnTo>
                    <a:pt x="1365377" y="49491"/>
                  </a:lnTo>
                  <a:lnTo>
                    <a:pt x="1367345" y="51460"/>
                  </a:lnTo>
                  <a:lnTo>
                    <a:pt x="1369783" y="51460"/>
                  </a:lnTo>
                  <a:lnTo>
                    <a:pt x="1371523" y="49491"/>
                  </a:lnTo>
                  <a:lnTo>
                    <a:pt x="1385468" y="35064"/>
                  </a:lnTo>
                  <a:lnTo>
                    <a:pt x="1386408" y="34086"/>
                  </a:lnTo>
                  <a:lnTo>
                    <a:pt x="1388364" y="32131"/>
                  </a:lnTo>
                  <a:lnTo>
                    <a:pt x="1388364" y="29210"/>
                  </a:lnTo>
                  <a:lnTo>
                    <a:pt x="1344333" y="5969"/>
                  </a:lnTo>
                  <a:lnTo>
                    <a:pt x="1327010" y="4521"/>
                  </a:lnTo>
                  <a:lnTo>
                    <a:pt x="1292606" y="11430"/>
                  </a:lnTo>
                  <a:lnTo>
                    <a:pt x="1264577" y="30302"/>
                  </a:lnTo>
                  <a:lnTo>
                    <a:pt x="1245704" y="58343"/>
                  </a:lnTo>
                  <a:lnTo>
                    <a:pt x="1238783" y="92760"/>
                  </a:lnTo>
                  <a:lnTo>
                    <a:pt x="1245704" y="127088"/>
                  </a:lnTo>
                  <a:lnTo>
                    <a:pt x="1264577" y="154952"/>
                  </a:lnTo>
                  <a:lnTo>
                    <a:pt x="1292606" y="173659"/>
                  </a:lnTo>
                  <a:lnTo>
                    <a:pt x="1327010" y="180505"/>
                  </a:lnTo>
                  <a:lnTo>
                    <a:pt x="1343139" y="179070"/>
                  </a:lnTo>
                  <a:lnTo>
                    <a:pt x="1386408" y="156806"/>
                  </a:lnTo>
                  <a:lnTo>
                    <a:pt x="1388605" y="151904"/>
                  </a:lnTo>
                  <a:close/>
                </a:path>
                <a:path w="3305175" h="181609">
                  <a:moveTo>
                    <a:pt x="1584883" y="92760"/>
                  </a:moveTo>
                  <a:lnTo>
                    <a:pt x="1578013" y="58343"/>
                  </a:lnTo>
                  <a:lnTo>
                    <a:pt x="1563255" y="36309"/>
                  </a:lnTo>
                  <a:lnTo>
                    <a:pt x="1559229" y="30302"/>
                  </a:lnTo>
                  <a:lnTo>
                    <a:pt x="1553095" y="26162"/>
                  </a:lnTo>
                  <a:lnTo>
                    <a:pt x="1553095" y="92760"/>
                  </a:lnTo>
                  <a:lnTo>
                    <a:pt x="1548650" y="114490"/>
                  </a:lnTo>
                  <a:lnTo>
                    <a:pt x="1536547" y="132283"/>
                  </a:lnTo>
                  <a:lnTo>
                    <a:pt x="1518666" y="144310"/>
                  </a:lnTo>
                  <a:lnTo>
                    <a:pt x="1496898" y="148729"/>
                  </a:lnTo>
                  <a:lnTo>
                    <a:pt x="1475155" y="144310"/>
                  </a:lnTo>
                  <a:lnTo>
                    <a:pt x="1457350" y="132283"/>
                  </a:lnTo>
                  <a:lnTo>
                    <a:pt x="1445323" y="114490"/>
                  </a:lnTo>
                  <a:lnTo>
                    <a:pt x="1440903" y="92760"/>
                  </a:lnTo>
                  <a:lnTo>
                    <a:pt x="1445323" y="70942"/>
                  </a:lnTo>
                  <a:lnTo>
                    <a:pt x="1457350" y="52971"/>
                  </a:lnTo>
                  <a:lnTo>
                    <a:pt x="1475155" y="40792"/>
                  </a:lnTo>
                  <a:lnTo>
                    <a:pt x="1496898" y="36309"/>
                  </a:lnTo>
                  <a:lnTo>
                    <a:pt x="1518666" y="40792"/>
                  </a:lnTo>
                  <a:lnTo>
                    <a:pt x="1536547" y="52971"/>
                  </a:lnTo>
                  <a:lnTo>
                    <a:pt x="1548650" y="70942"/>
                  </a:lnTo>
                  <a:lnTo>
                    <a:pt x="1553095" y="92760"/>
                  </a:lnTo>
                  <a:lnTo>
                    <a:pt x="1553095" y="26162"/>
                  </a:lnTo>
                  <a:lnTo>
                    <a:pt x="1531277" y="11430"/>
                  </a:lnTo>
                  <a:lnTo>
                    <a:pt x="1496898" y="4521"/>
                  </a:lnTo>
                  <a:lnTo>
                    <a:pt x="1462557" y="11430"/>
                  </a:lnTo>
                  <a:lnTo>
                    <a:pt x="1434680" y="30302"/>
                  </a:lnTo>
                  <a:lnTo>
                    <a:pt x="1415973" y="58343"/>
                  </a:lnTo>
                  <a:lnTo>
                    <a:pt x="1409141" y="92760"/>
                  </a:lnTo>
                  <a:lnTo>
                    <a:pt x="1415973" y="127088"/>
                  </a:lnTo>
                  <a:lnTo>
                    <a:pt x="1434680" y="154952"/>
                  </a:lnTo>
                  <a:lnTo>
                    <a:pt x="1462557" y="173659"/>
                  </a:lnTo>
                  <a:lnTo>
                    <a:pt x="1496898" y="180505"/>
                  </a:lnTo>
                  <a:lnTo>
                    <a:pt x="1531277" y="173659"/>
                  </a:lnTo>
                  <a:lnTo>
                    <a:pt x="1559229" y="154952"/>
                  </a:lnTo>
                  <a:lnTo>
                    <a:pt x="1563433" y="148729"/>
                  </a:lnTo>
                  <a:lnTo>
                    <a:pt x="1578013" y="127088"/>
                  </a:lnTo>
                  <a:lnTo>
                    <a:pt x="1584883" y="92760"/>
                  </a:lnTo>
                  <a:close/>
                </a:path>
                <a:path w="3305175" h="181609">
                  <a:moveTo>
                    <a:pt x="1946148" y="176390"/>
                  </a:moveTo>
                  <a:lnTo>
                    <a:pt x="1945398" y="172847"/>
                  </a:lnTo>
                  <a:lnTo>
                    <a:pt x="1925218" y="62674"/>
                  </a:lnTo>
                  <a:lnTo>
                    <a:pt x="1914436" y="3784"/>
                  </a:lnTo>
                  <a:lnTo>
                    <a:pt x="1913915" y="1803"/>
                  </a:lnTo>
                  <a:lnTo>
                    <a:pt x="1911934" y="0"/>
                  </a:lnTo>
                  <a:lnTo>
                    <a:pt x="1904149" y="0"/>
                  </a:lnTo>
                  <a:lnTo>
                    <a:pt x="1902117" y="1282"/>
                  </a:lnTo>
                  <a:lnTo>
                    <a:pt x="1901609" y="2794"/>
                  </a:lnTo>
                  <a:lnTo>
                    <a:pt x="1849297" y="131343"/>
                  </a:lnTo>
                  <a:lnTo>
                    <a:pt x="1848256" y="131343"/>
                  </a:lnTo>
                  <a:lnTo>
                    <a:pt x="1820176" y="62674"/>
                  </a:lnTo>
                  <a:lnTo>
                    <a:pt x="1795691" y="2794"/>
                  </a:lnTo>
                  <a:lnTo>
                    <a:pt x="1795183" y="1282"/>
                  </a:lnTo>
                  <a:lnTo>
                    <a:pt x="1792909" y="0"/>
                  </a:lnTo>
                  <a:lnTo>
                    <a:pt x="1785378" y="0"/>
                  </a:lnTo>
                  <a:lnTo>
                    <a:pt x="1783359" y="1803"/>
                  </a:lnTo>
                  <a:lnTo>
                    <a:pt x="1782838" y="3784"/>
                  </a:lnTo>
                  <a:lnTo>
                    <a:pt x="1751647" y="172847"/>
                  </a:lnTo>
                  <a:lnTo>
                    <a:pt x="1751139" y="176390"/>
                  </a:lnTo>
                  <a:lnTo>
                    <a:pt x="1752917" y="178638"/>
                  </a:lnTo>
                  <a:lnTo>
                    <a:pt x="1774786" y="178638"/>
                  </a:lnTo>
                  <a:lnTo>
                    <a:pt x="1777060" y="176898"/>
                  </a:lnTo>
                  <a:lnTo>
                    <a:pt x="1777301" y="175107"/>
                  </a:lnTo>
                  <a:lnTo>
                    <a:pt x="1795424" y="62674"/>
                  </a:lnTo>
                  <a:lnTo>
                    <a:pt x="1796453" y="62674"/>
                  </a:lnTo>
                  <a:lnTo>
                    <a:pt x="1841995" y="178396"/>
                  </a:lnTo>
                  <a:lnTo>
                    <a:pt x="1842477" y="179882"/>
                  </a:lnTo>
                  <a:lnTo>
                    <a:pt x="1844243" y="181152"/>
                  </a:lnTo>
                  <a:lnTo>
                    <a:pt x="1853044" y="181152"/>
                  </a:lnTo>
                  <a:lnTo>
                    <a:pt x="1854530" y="179882"/>
                  </a:lnTo>
                  <a:lnTo>
                    <a:pt x="1855050" y="178396"/>
                  </a:lnTo>
                  <a:lnTo>
                    <a:pt x="1873465" y="131343"/>
                  </a:lnTo>
                  <a:lnTo>
                    <a:pt x="1900351" y="62674"/>
                  </a:lnTo>
                  <a:lnTo>
                    <a:pt x="1901088" y="62674"/>
                  </a:lnTo>
                  <a:lnTo>
                    <a:pt x="1919719" y="175107"/>
                  </a:lnTo>
                  <a:lnTo>
                    <a:pt x="1920227" y="176898"/>
                  </a:lnTo>
                  <a:lnTo>
                    <a:pt x="1922233" y="178638"/>
                  </a:lnTo>
                  <a:lnTo>
                    <a:pt x="1944408" y="178638"/>
                  </a:lnTo>
                  <a:lnTo>
                    <a:pt x="1946148" y="176390"/>
                  </a:lnTo>
                  <a:close/>
                </a:path>
                <a:path w="3305175" h="181609">
                  <a:moveTo>
                    <a:pt x="2008543" y="4813"/>
                  </a:moveTo>
                  <a:lnTo>
                    <a:pt x="2006295" y="2552"/>
                  </a:lnTo>
                  <a:lnTo>
                    <a:pt x="1984667" y="2552"/>
                  </a:lnTo>
                  <a:lnTo>
                    <a:pt x="1982368" y="4813"/>
                  </a:lnTo>
                  <a:lnTo>
                    <a:pt x="1982368" y="176390"/>
                  </a:lnTo>
                  <a:lnTo>
                    <a:pt x="1984667" y="178638"/>
                  </a:lnTo>
                  <a:lnTo>
                    <a:pt x="2006295" y="178638"/>
                  </a:lnTo>
                  <a:lnTo>
                    <a:pt x="2008543" y="176390"/>
                  </a:lnTo>
                  <a:lnTo>
                    <a:pt x="2008543" y="4813"/>
                  </a:lnTo>
                  <a:close/>
                </a:path>
                <a:path w="3305175" h="181609">
                  <a:moveTo>
                    <a:pt x="2156498" y="157543"/>
                  </a:moveTo>
                  <a:lnTo>
                    <a:pt x="2154466" y="155270"/>
                  </a:lnTo>
                  <a:lnTo>
                    <a:pt x="2083562" y="155270"/>
                  </a:lnTo>
                  <a:lnTo>
                    <a:pt x="2083562" y="4813"/>
                  </a:lnTo>
                  <a:lnTo>
                    <a:pt x="2081263" y="2552"/>
                  </a:lnTo>
                  <a:lnTo>
                    <a:pt x="2059381" y="2552"/>
                  </a:lnTo>
                  <a:lnTo>
                    <a:pt x="2057349" y="4813"/>
                  </a:lnTo>
                  <a:lnTo>
                    <a:pt x="2057349" y="176390"/>
                  </a:lnTo>
                  <a:lnTo>
                    <a:pt x="2059381" y="178638"/>
                  </a:lnTo>
                  <a:lnTo>
                    <a:pt x="2154466" y="178638"/>
                  </a:lnTo>
                  <a:lnTo>
                    <a:pt x="2156498" y="176390"/>
                  </a:lnTo>
                  <a:lnTo>
                    <a:pt x="2156498" y="157543"/>
                  </a:lnTo>
                  <a:close/>
                </a:path>
                <a:path w="3305175" h="181609">
                  <a:moveTo>
                    <a:pt x="2338425" y="175348"/>
                  </a:moveTo>
                  <a:lnTo>
                    <a:pt x="2336901" y="172123"/>
                  </a:lnTo>
                  <a:lnTo>
                    <a:pt x="2322525" y="140411"/>
                  </a:lnTo>
                  <a:lnTo>
                    <a:pt x="2312708" y="118757"/>
                  </a:lnTo>
                  <a:lnTo>
                    <a:pt x="2285796" y="59397"/>
                  </a:lnTo>
                  <a:lnTo>
                    <a:pt x="2285796" y="118757"/>
                  </a:lnTo>
                  <a:lnTo>
                    <a:pt x="2222931" y="118757"/>
                  </a:lnTo>
                  <a:lnTo>
                    <a:pt x="2253602" y="49834"/>
                  </a:lnTo>
                  <a:lnTo>
                    <a:pt x="2254885" y="49834"/>
                  </a:lnTo>
                  <a:lnTo>
                    <a:pt x="2285796" y="118757"/>
                  </a:lnTo>
                  <a:lnTo>
                    <a:pt x="2285796" y="59397"/>
                  </a:lnTo>
                  <a:lnTo>
                    <a:pt x="2281466" y="49834"/>
                  </a:lnTo>
                  <a:lnTo>
                    <a:pt x="2260155" y="2794"/>
                  </a:lnTo>
                  <a:lnTo>
                    <a:pt x="2259419" y="1282"/>
                  </a:lnTo>
                  <a:lnTo>
                    <a:pt x="2257145" y="0"/>
                  </a:lnTo>
                  <a:lnTo>
                    <a:pt x="2252116" y="0"/>
                  </a:lnTo>
                  <a:lnTo>
                    <a:pt x="2249830" y="1282"/>
                  </a:lnTo>
                  <a:lnTo>
                    <a:pt x="2249093" y="2794"/>
                  </a:lnTo>
                  <a:lnTo>
                    <a:pt x="2170341" y="175348"/>
                  </a:lnTo>
                  <a:lnTo>
                    <a:pt x="2172347" y="178638"/>
                  </a:lnTo>
                  <a:lnTo>
                    <a:pt x="2194991" y="178638"/>
                  </a:lnTo>
                  <a:lnTo>
                    <a:pt x="2197011" y="176657"/>
                  </a:lnTo>
                  <a:lnTo>
                    <a:pt x="2197760" y="174904"/>
                  </a:lnTo>
                  <a:lnTo>
                    <a:pt x="2201557" y="166230"/>
                  </a:lnTo>
                  <a:lnTo>
                    <a:pt x="2209279" y="149034"/>
                  </a:lnTo>
                  <a:lnTo>
                    <a:pt x="2213102" y="140411"/>
                  </a:lnTo>
                  <a:lnTo>
                    <a:pt x="2295372" y="140411"/>
                  </a:lnTo>
                  <a:lnTo>
                    <a:pt x="2310981" y="174904"/>
                  </a:lnTo>
                  <a:lnTo>
                    <a:pt x="2311997" y="177114"/>
                  </a:lnTo>
                  <a:lnTo>
                    <a:pt x="2313775" y="178638"/>
                  </a:lnTo>
                  <a:lnTo>
                    <a:pt x="2336406" y="178638"/>
                  </a:lnTo>
                  <a:lnTo>
                    <a:pt x="2338425" y="175348"/>
                  </a:lnTo>
                  <a:close/>
                </a:path>
                <a:path w="3305175" h="181609">
                  <a:moveTo>
                    <a:pt x="2508250" y="4813"/>
                  </a:moveTo>
                  <a:lnTo>
                    <a:pt x="2505976" y="2552"/>
                  </a:lnTo>
                  <a:lnTo>
                    <a:pt x="2484602" y="2552"/>
                  </a:lnTo>
                  <a:lnTo>
                    <a:pt x="2482570" y="4813"/>
                  </a:lnTo>
                  <a:lnTo>
                    <a:pt x="2482570" y="126301"/>
                  </a:lnTo>
                  <a:lnTo>
                    <a:pt x="2482329" y="126301"/>
                  </a:lnTo>
                  <a:lnTo>
                    <a:pt x="2417508" y="51346"/>
                  </a:lnTo>
                  <a:lnTo>
                    <a:pt x="2373122" y="0"/>
                  </a:lnTo>
                  <a:lnTo>
                    <a:pt x="2364321" y="0"/>
                  </a:lnTo>
                  <a:lnTo>
                    <a:pt x="2362060" y="2032"/>
                  </a:lnTo>
                  <a:lnTo>
                    <a:pt x="2362060" y="176390"/>
                  </a:lnTo>
                  <a:lnTo>
                    <a:pt x="2364321" y="178638"/>
                  </a:lnTo>
                  <a:lnTo>
                    <a:pt x="2385428" y="178638"/>
                  </a:lnTo>
                  <a:lnTo>
                    <a:pt x="2387460" y="176390"/>
                  </a:lnTo>
                  <a:lnTo>
                    <a:pt x="2387460" y="51346"/>
                  </a:lnTo>
                  <a:lnTo>
                    <a:pt x="2387727" y="51346"/>
                  </a:lnTo>
                  <a:lnTo>
                    <a:pt x="2496921" y="181152"/>
                  </a:lnTo>
                  <a:lnTo>
                    <a:pt x="2505976" y="181152"/>
                  </a:lnTo>
                  <a:lnTo>
                    <a:pt x="2508250" y="179158"/>
                  </a:lnTo>
                  <a:lnTo>
                    <a:pt x="2508250" y="126301"/>
                  </a:lnTo>
                  <a:lnTo>
                    <a:pt x="2508250" y="4813"/>
                  </a:lnTo>
                  <a:close/>
                </a:path>
                <a:path w="3305175" h="181609">
                  <a:moveTo>
                    <a:pt x="2725140" y="90855"/>
                  </a:moveTo>
                  <a:lnTo>
                    <a:pt x="2718054" y="55435"/>
                  </a:lnTo>
                  <a:lnTo>
                    <a:pt x="2699969" y="28435"/>
                  </a:lnTo>
                  <a:lnTo>
                    <a:pt x="2699969" y="90855"/>
                  </a:lnTo>
                  <a:lnTo>
                    <a:pt x="2694800" y="116192"/>
                  </a:lnTo>
                  <a:lnTo>
                    <a:pt x="2680741" y="136906"/>
                  </a:lnTo>
                  <a:lnTo>
                    <a:pt x="2659938" y="150901"/>
                  </a:lnTo>
                  <a:lnTo>
                    <a:pt x="2634538" y="156032"/>
                  </a:lnTo>
                  <a:lnTo>
                    <a:pt x="2609278" y="150901"/>
                  </a:lnTo>
                  <a:lnTo>
                    <a:pt x="2588564" y="136906"/>
                  </a:lnTo>
                  <a:lnTo>
                    <a:pt x="2574544" y="116192"/>
                  </a:lnTo>
                  <a:lnTo>
                    <a:pt x="2569387" y="90855"/>
                  </a:lnTo>
                  <a:lnTo>
                    <a:pt x="2574544" y="65519"/>
                  </a:lnTo>
                  <a:lnTo>
                    <a:pt x="2588564" y="44627"/>
                  </a:lnTo>
                  <a:lnTo>
                    <a:pt x="2609278" y="30441"/>
                  </a:lnTo>
                  <a:lnTo>
                    <a:pt x="2634538" y="25209"/>
                  </a:lnTo>
                  <a:lnTo>
                    <a:pt x="2659938" y="30441"/>
                  </a:lnTo>
                  <a:lnTo>
                    <a:pt x="2680741" y="44627"/>
                  </a:lnTo>
                  <a:lnTo>
                    <a:pt x="2694800" y="65519"/>
                  </a:lnTo>
                  <a:lnTo>
                    <a:pt x="2699969" y="90855"/>
                  </a:lnTo>
                  <a:lnTo>
                    <a:pt x="2699969" y="28435"/>
                  </a:lnTo>
                  <a:lnTo>
                    <a:pt x="2698712" y="26555"/>
                  </a:lnTo>
                  <a:lnTo>
                    <a:pt x="2696705" y="25209"/>
                  </a:lnTo>
                  <a:lnTo>
                    <a:pt x="2669933" y="7112"/>
                  </a:lnTo>
                  <a:lnTo>
                    <a:pt x="2634538" y="0"/>
                  </a:lnTo>
                  <a:lnTo>
                    <a:pt x="2599194" y="7112"/>
                  </a:lnTo>
                  <a:lnTo>
                    <a:pt x="2570518" y="26555"/>
                  </a:lnTo>
                  <a:lnTo>
                    <a:pt x="2551265" y="55435"/>
                  </a:lnTo>
                  <a:lnTo>
                    <a:pt x="2544229" y="90855"/>
                  </a:lnTo>
                  <a:lnTo>
                    <a:pt x="2551265" y="126187"/>
                  </a:lnTo>
                  <a:lnTo>
                    <a:pt x="2570518" y="154863"/>
                  </a:lnTo>
                  <a:lnTo>
                    <a:pt x="2599194" y="174117"/>
                  </a:lnTo>
                  <a:lnTo>
                    <a:pt x="2634538" y="181152"/>
                  </a:lnTo>
                  <a:lnTo>
                    <a:pt x="2669933" y="174117"/>
                  </a:lnTo>
                  <a:lnTo>
                    <a:pt x="2696984" y="156032"/>
                  </a:lnTo>
                  <a:lnTo>
                    <a:pt x="2698712" y="154863"/>
                  </a:lnTo>
                  <a:lnTo>
                    <a:pt x="2718054" y="126187"/>
                  </a:lnTo>
                  <a:lnTo>
                    <a:pt x="2725140" y="90855"/>
                  </a:lnTo>
                  <a:close/>
                </a:path>
                <a:path w="3305175" h="181609">
                  <a:moveTo>
                    <a:pt x="2891002" y="160489"/>
                  </a:moveTo>
                  <a:lnTo>
                    <a:pt x="2888970" y="158508"/>
                  </a:lnTo>
                  <a:lnTo>
                    <a:pt x="2858528" y="158508"/>
                  </a:lnTo>
                  <a:lnTo>
                    <a:pt x="2858528" y="46062"/>
                  </a:lnTo>
                  <a:lnTo>
                    <a:pt x="2858528" y="9855"/>
                  </a:lnTo>
                  <a:lnTo>
                    <a:pt x="2856509" y="7594"/>
                  </a:lnTo>
                  <a:lnTo>
                    <a:pt x="2841663" y="7594"/>
                  </a:lnTo>
                  <a:lnTo>
                    <a:pt x="2804198" y="41541"/>
                  </a:lnTo>
                  <a:lnTo>
                    <a:pt x="2803169" y="42532"/>
                  </a:lnTo>
                  <a:lnTo>
                    <a:pt x="2802674" y="44564"/>
                  </a:lnTo>
                  <a:lnTo>
                    <a:pt x="2803423" y="46570"/>
                  </a:lnTo>
                  <a:lnTo>
                    <a:pt x="2806458" y="55359"/>
                  </a:lnTo>
                  <a:lnTo>
                    <a:pt x="2807220" y="57619"/>
                  </a:lnTo>
                  <a:lnTo>
                    <a:pt x="2809710" y="58140"/>
                  </a:lnTo>
                  <a:lnTo>
                    <a:pt x="2811983" y="57150"/>
                  </a:lnTo>
                  <a:lnTo>
                    <a:pt x="2833865" y="46062"/>
                  </a:lnTo>
                  <a:lnTo>
                    <a:pt x="2833865" y="158508"/>
                  </a:lnTo>
                  <a:lnTo>
                    <a:pt x="2795867" y="158508"/>
                  </a:lnTo>
                  <a:lnTo>
                    <a:pt x="2793873" y="160489"/>
                  </a:lnTo>
                  <a:lnTo>
                    <a:pt x="2793873" y="176657"/>
                  </a:lnTo>
                  <a:lnTo>
                    <a:pt x="2795867" y="178638"/>
                  </a:lnTo>
                  <a:lnTo>
                    <a:pt x="2888970" y="178638"/>
                  </a:lnTo>
                  <a:lnTo>
                    <a:pt x="2891002" y="176657"/>
                  </a:lnTo>
                  <a:lnTo>
                    <a:pt x="2891002" y="160489"/>
                  </a:lnTo>
                  <a:close/>
                </a:path>
                <a:path w="3305175" h="181609">
                  <a:moveTo>
                    <a:pt x="3035655" y="132829"/>
                  </a:moveTo>
                  <a:lnTo>
                    <a:pt x="3032518" y="117894"/>
                  </a:lnTo>
                  <a:lnTo>
                    <a:pt x="3024771" y="105714"/>
                  </a:lnTo>
                  <a:lnTo>
                    <a:pt x="3021965" y="103136"/>
                  </a:lnTo>
                  <a:lnTo>
                    <a:pt x="3014853" y="96596"/>
                  </a:lnTo>
                  <a:lnTo>
                    <a:pt x="3009481" y="93395"/>
                  </a:lnTo>
                  <a:lnTo>
                    <a:pt x="3009481" y="133375"/>
                  </a:lnTo>
                  <a:lnTo>
                    <a:pt x="3006953" y="144754"/>
                  </a:lnTo>
                  <a:lnTo>
                    <a:pt x="3000070" y="153390"/>
                  </a:lnTo>
                  <a:lnTo>
                    <a:pt x="2989846" y="158851"/>
                  </a:lnTo>
                  <a:lnTo>
                    <a:pt x="2977286" y="160769"/>
                  </a:lnTo>
                  <a:lnTo>
                    <a:pt x="2965323" y="158813"/>
                  </a:lnTo>
                  <a:lnTo>
                    <a:pt x="2955213" y="153289"/>
                  </a:lnTo>
                  <a:lnTo>
                    <a:pt x="2948216" y="144653"/>
                  </a:lnTo>
                  <a:lnTo>
                    <a:pt x="2945612" y="133375"/>
                  </a:lnTo>
                  <a:lnTo>
                    <a:pt x="2947720" y="123431"/>
                  </a:lnTo>
                  <a:lnTo>
                    <a:pt x="2953918" y="114363"/>
                  </a:lnTo>
                  <a:lnTo>
                    <a:pt x="2963926" y="107251"/>
                  </a:lnTo>
                  <a:lnTo>
                    <a:pt x="2977527" y="103136"/>
                  </a:lnTo>
                  <a:lnTo>
                    <a:pt x="2991116" y="107251"/>
                  </a:lnTo>
                  <a:lnTo>
                    <a:pt x="3001137" y="114363"/>
                  </a:lnTo>
                  <a:lnTo>
                    <a:pt x="3007347" y="123431"/>
                  </a:lnTo>
                  <a:lnTo>
                    <a:pt x="3009481" y="133375"/>
                  </a:lnTo>
                  <a:lnTo>
                    <a:pt x="3009481" y="93395"/>
                  </a:lnTo>
                  <a:lnTo>
                    <a:pt x="3005226" y="90855"/>
                  </a:lnTo>
                  <a:lnTo>
                    <a:pt x="3005226" y="89852"/>
                  </a:lnTo>
                  <a:lnTo>
                    <a:pt x="3013824" y="84175"/>
                  </a:lnTo>
                  <a:lnTo>
                    <a:pt x="3018917" y="79019"/>
                  </a:lnTo>
                  <a:lnTo>
                    <a:pt x="3022231" y="75653"/>
                  </a:lnTo>
                  <a:lnTo>
                    <a:pt x="3028607" y="64541"/>
                  </a:lnTo>
                  <a:lnTo>
                    <a:pt x="3031147" y="51104"/>
                  </a:lnTo>
                  <a:lnTo>
                    <a:pt x="3027083" y="32219"/>
                  </a:lnTo>
                  <a:lnTo>
                    <a:pt x="3022003" y="25679"/>
                  </a:lnTo>
                  <a:lnTo>
                    <a:pt x="3015818" y="17691"/>
                  </a:lnTo>
                  <a:lnTo>
                    <a:pt x="3005734" y="12179"/>
                  </a:lnTo>
                  <a:lnTo>
                    <a:pt x="3005734" y="52095"/>
                  </a:lnTo>
                  <a:lnTo>
                    <a:pt x="3004045" y="61544"/>
                  </a:lnTo>
                  <a:lnTo>
                    <a:pt x="2998901" y="69519"/>
                  </a:lnTo>
                  <a:lnTo>
                    <a:pt x="2990113" y="75526"/>
                  </a:lnTo>
                  <a:lnTo>
                    <a:pt x="2977527" y="79019"/>
                  </a:lnTo>
                  <a:lnTo>
                    <a:pt x="2964853" y="75438"/>
                  </a:lnTo>
                  <a:lnTo>
                    <a:pt x="2956077" y="69507"/>
                  </a:lnTo>
                  <a:lnTo>
                    <a:pt x="2950984" y="61607"/>
                  </a:lnTo>
                  <a:lnTo>
                    <a:pt x="2949346" y="52095"/>
                  </a:lnTo>
                  <a:lnTo>
                    <a:pt x="2951505" y="41490"/>
                  </a:lnTo>
                  <a:lnTo>
                    <a:pt x="2957398" y="33134"/>
                  </a:lnTo>
                  <a:lnTo>
                    <a:pt x="2966123" y="27647"/>
                  </a:lnTo>
                  <a:lnTo>
                    <a:pt x="2976765" y="25679"/>
                  </a:lnTo>
                  <a:lnTo>
                    <a:pt x="2988297" y="27647"/>
                  </a:lnTo>
                  <a:lnTo>
                    <a:pt x="2997479" y="33134"/>
                  </a:lnTo>
                  <a:lnTo>
                    <a:pt x="3003537" y="41490"/>
                  </a:lnTo>
                  <a:lnTo>
                    <a:pt x="3005734" y="52095"/>
                  </a:lnTo>
                  <a:lnTo>
                    <a:pt x="3005734" y="12179"/>
                  </a:lnTo>
                  <a:lnTo>
                    <a:pt x="2998749" y="8356"/>
                  </a:lnTo>
                  <a:lnTo>
                    <a:pt x="2977286" y="5054"/>
                  </a:lnTo>
                  <a:lnTo>
                    <a:pt x="2956204" y="8356"/>
                  </a:lnTo>
                  <a:lnTo>
                    <a:pt x="2939275" y="17691"/>
                  </a:lnTo>
                  <a:lnTo>
                    <a:pt x="2928023" y="32219"/>
                  </a:lnTo>
                  <a:lnTo>
                    <a:pt x="2923946" y="51104"/>
                  </a:lnTo>
                  <a:lnTo>
                    <a:pt x="2926473" y="64693"/>
                  </a:lnTo>
                  <a:lnTo>
                    <a:pt x="2932849" y="75882"/>
                  </a:lnTo>
                  <a:lnTo>
                    <a:pt x="2941243" y="84429"/>
                  </a:lnTo>
                  <a:lnTo>
                    <a:pt x="2949867" y="90093"/>
                  </a:lnTo>
                  <a:lnTo>
                    <a:pt x="2949867" y="90855"/>
                  </a:lnTo>
                  <a:lnTo>
                    <a:pt x="2941180" y="96139"/>
                  </a:lnTo>
                  <a:lnTo>
                    <a:pt x="2931147" y="105257"/>
                  </a:lnTo>
                  <a:lnTo>
                    <a:pt x="2922854" y="117652"/>
                  </a:lnTo>
                  <a:lnTo>
                    <a:pt x="2919412" y="132829"/>
                  </a:lnTo>
                  <a:lnTo>
                    <a:pt x="2923463" y="151942"/>
                  </a:lnTo>
                  <a:lnTo>
                    <a:pt x="2935020" y="167271"/>
                  </a:lnTo>
                  <a:lnTo>
                    <a:pt x="2953181" y="177457"/>
                  </a:lnTo>
                  <a:lnTo>
                    <a:pt x="2977045" y="181152"/>
                  </a:lnTo>
                  <a:lnTo>
                    <a:pt x="3001568" y="177457"/>
                  </a:lnTo>
                  <a:lnTo>
                    <a:pt x="3020009" y="167271"/>
                  </a:lnTo>
                  <a:lnTo>
                    <a:pt x="3024936" y="160769"/>
                  </a:lnTo>
                  <a:lnTo>
                    <a:pt x="3031617" y="151942"/>
                  </a:lnTo>
                  <a:lnTo>
                    <a:pt x="3035655" y="132829"/>
                  </a:lnTo>
                  <a:close/>
                </a:path>
                <a:path w="3305175" h="181609">
                  <a:moveTo>
                    <a:pt x="3177070" y="123532"/>
                  </a:moveTo>
                  <a:lnTo>
                    <a:pt x="3172599" y="100368"/>
                  </a:lnTo>
                  <a:lnTo>
                    <a:pt x="3165170" y="89611"/>
                  </a:lnTo>
                  <a:lnTo>
                    <a:pt x="3160776" y="83235"/>
                  </a:lnTo>
                  <a:lnTo>
                    <a:pt x="3153905" y="78905"/>
                  </a:lnTo>
                  <a:lnTo>
                    <a:pt x="3153905" y="123799"/>
                  </a:lnTo>
                  <a:lnTo>
                    <a:pt x="3151327" y="137185"/>
                  </a:lnTo>
                  <a:lnTo>
                    <a:pt x="3144278" y="148221"/>
                  </a:lnTo>
                  <a:lnTo>
                    <a:pt x="3133750" y="155740"/>
                  </a:lnTo>
                  <a:lnTo>
                    <a:pt x="3120720" y="158508"/>
                  </a:lnTo>
                  <a:lnTo>
                    <a:pt x="3103422" y="153695"/>
                  </a:lnTo>
                  <a:lnTo>
                    <a:pt x="3092297" y="141541"/>
                  </a:lnTo>
                  <a:lnTo>
                    <a:pt x="3086709" y="125425"/>
                  </a:lnTo>
                  <a:lnTo>
                    <a:pt x="3085985" y="108737"/>
                  </a:lnTo>
                  <a:lnTo>
                    <a:pt x="3089211" y="103809"/>
                  </a:lnTo>
                  <a:lnTo>
                    <a:pt x="3096323" y="97459"/>
                  </a:lnTo>
                  <a:lnTo>
                    <a:pt x="3106890" y="91948"/>
                  </a:lnTo>
                  <a:lnTo>
                    <a:pt x="3120479" y="89611"/>
                  </a:lnTo>
                  <a:lnTo>
                    <a:pt x="3133547" y="92290"/>
                  </a:lnTo>
                  <a:lnTo>
                    <a:pt x="3144164" y="99618"/>
                  </a:lnTo>
                  <a:lnTo>
                    <a:pt x="3151289" y="110490"/>
                  </a:lnTo>
                  <a:lnTo>
                    <a:pt x="3153905" y="123799"/>
                  </a:lnTo>
                  <a:lnTo>
                    <a:pt x="3153905" y="78905"/>
                  </a:lnTo>
                  <a:lnTo>
                    <a:pt x="3152889" y="78257"/>
                  </a:lnTo>
                  <a:lnTo>
                    <a:pt x="3143948" y="72605"/>
                  </a:lnTo>
                  <a:lnTo>
                    <a:pt x="3124492" y="68961"/>
                  </a:lnTo>
                  <a:lnTo>
                    <a:pt x="3112414" y="70231"/>
                  </a:lnTo>
                  <a:lnTo>
                    <a:pt x="3102165" y="73139"/>
                  </a:lnTo>
                  <a:lnTo>
                    <a:pt x="3094698" y="76276"/>
                  </a:lnTo>
                  <a:lnTo>
                    <a:pt x="3090989" y="78257"/>
                  </a:lnTo>
                  <a:lnTo>
                    <a:pt x="3102241" y="57048"/>
                  </a:lnTo>
                  <a:lnTo>
                    <a:pt x="3119729" y="40271"/>
                  </a:lnTo>
                  <a:lnTo>
                    <a:pt x="3137814" y="28587"/>
                  </a:lnTo>
                  <a:lnTo>
                    <a:pt x="3150882" y="22656"/>
                  </a:lnTo>
                  <a:lnTo>
                    <a:pt x="3155708" y="21145"/>
                  </a:lnTo>
                  <a:lnTo>
                    <a:pt x="3156686" y="18364"/>
                  </a:lnTo>
                  <a:lnTo>
                    <a:pt x="3155416" y="15379"/>
                  </a:lnTo>
                  <a:lnTo>
                    <a:pt x="3151162" y="5054"/>
                  </a:lnTo>
                  <a:lnTo>
                    <a:pt x="3150133" y="2273"/>
                  </a:lnTo>
                  <a:lnTo>
                    <a:pt x="3147872" y="1041"/>
                  </a:lnTo>
                  <a:lnTo>
                    <a:pt x="3094532" y="33362"/>
                  </a:lnTo>
                  <a:lnTo>
                    <a:pt x="3071330" y="65354"/>
                  </a:lnTo>
                  <a:lnTo>
                    <a:pt x="3061576" y="110680"/>
                  </a:lnTo>
                  <a:lnTo>
                    <a:pt x="3065183" y="138036"/>
                  </a:lnTo>
                  <a:lnTo>
                    <a:pt x="3076156" y="160451"/>
                  </a:lnTo>
                  <a:lnTo>
                    <a:pt x="3094685" y="175590"/>
                  </a:lnTo>
                  <a:lnTo>
                    <a:pt x="3120961" y="181152"/>
                  </a:lnTo>
                  <a:lnTo>
                    <a:pt x="3142564" y="176606"/>
                  </a:lnTo>
                  <a:lnTo>
                    <a:pt x="3160420" y="164236"/>
                  </a:lnTo>
                  <a:lnTo>
                    <a:pt x="3164230" y="158508"/>
                  </a:lnTo>
                  <a:lnTo>
                    <a:pt x="3172574" y="145923"/>
                  </a:lnTo>
                  <a:lnTo>
                    <a:pt x="3177070" y="123532"/>
                  </a:lnTo>
                  <a:close/>
                </a:path>
                <a:path w="3305175" h="181609">
                  <a:moveTo>
                    <a:pt x="3304654" y="133096"/>
                  </a:moveTo>
                  <a:lnTo>
                    <a:pt x="3301555" y="118135"/>
                  </a:lnTo>
                  <a:lnTo>
                    <a:pt x="3293846" y="105981"/>
                  </a:lnTo>
                  <a:lnTo>
                    <a:pt x="3283928" y="96951"/>
                  </a:lnTo>
                  <a:lnTo>
                    <a:pt x="3274174" y="91363"/>
                  </a:lnTo>
                  <a:lnTo>
                    <a:pt x="3274174" y="90614"/>
                  </a:lnTo>
                  <a:lnTo>
                    <a:pt x="3283000" y="84924"/>
                  </a:lnTo>
                  <a:lnTo>
                    <a:pt x="3291382" y="76136"/>
                  </a:lnTo>
                  <a:lnTo>
                    <a:pt x="3297656" y="64693"/>
                  </a:lnTo>
                  <a:lnTo>
                    <a:pt x="3300120" y="51104"/>
                  </a:lnTo>
                  <a:lnTo>
                    <a:pt x="3295980" y="32004"/>
                  </a:lnTo>
                  <a:lnTo>
                    <a:pt x="3292462" y="27457"/>
                  </a:lnTo>
                  <a:lnTo>
                    <a:pt x="3284753" y="17513"/>
                  </a:lnTo>
                  <a:lnTo>
                    <a:pt x="3268040" y="8280"/>
                  </a:lnTo>
                  <a:lnTo>
                    <a:pt x="3247504" y="5054"/>
                  </a:lnTo>
                  <a:lnTo>
                    <a:pt x="3228670" y="8509"/>
                  </a:lnTo>
                  <a:lnTo>
                    <a:pt x="3213951" y="16116"/>
                  </a:lnTo>
                  <a:lnTo>
                    <a:pt x="3204375" y="23723"/>
                  </a:lnTo>
                  <a:lnTo>
                    <a:pt x="3199206" y="28981"/>
                  </a:lnTo>
                  <a:lnTo>
                    <a:pt x="3198965" y="32004"/>
                  </a:lnTo>
                  <a:lnTo>
                    <a:pt x="3200958" y="33756"/>
                  </a:lnTo>
                  <a:lnTo>
                    <a:pt x="3210255" y="42049"/>
                  </a:lnTo>
                  <a:lnTo>
                    <a:pt x="3212541" y="44043"/>
                  </a:lnTo>
                  <a:lnTo>
                    <a:pt x="3215309" y="43561"/>
                  </a:lnTo>
                  <a:lnTo>
                    <a:pt x="3216808" y="41541"/>
                  </a:lnTo>
                  <a:lnTo>
                    <a:pt x="3221367" y="37007"/>
                  </a:lnTo>
                  <a:lnTo>
                    <a:pt x="3227628" y="32423"/>
                  </a:lnTo>
                  <a:lnTo>
                    <a:pt x="3235756" y="28879"/>
                  </a:lnTo>
                  <a:lnTo>
                    <a:pt x="3245993" y="27457"/>
                  </a:lnTo>
                  <a:lnTo>
                    <a:pt x="3256737" y="29362"/>
                  </a:lnTo>
                  <a:lnTo>
                    <a:pt x="3265894" y="34836"/>
                  </a:lnTo>
                  <a:lnTo>
                    <a:pt x="3272282" y="43472"/>
                  </a:lnTo>
                  <a:lnTo>
                    <a:pt x="3274682" y="54876"/>
                  </a:lnTo>
                  <a:lnTo>
                    <a:pt x="3272459" y="65328"/>
                  </a:lnTo>
                  <a:lnTo>
                    <a:pt x="3265817" y="73888"/>
                  </a:lnTo>
                  <a:lnTo>
                    <a:pt x="3254743" y="79667"/>
                  </a:lnTo>
                  <a:lnTo>
                    <a:pt x="3239236" y="81788"/>
                  </a:lnTo>
                  <a:lnTo>
                    <a:pt x="3221583" y="81788"/>
                  </a:lnTo>
                  <a:lnTo>
                    <a:pt x="3220097" y="83299"/>
                  </a:lnTo>
                  <a:lnTo>
                    <a:pt x="3220097" y="101384"/>
                  </a:lnTo>
                  <a:lnTo>
                    <a:pt x="3222104" y="103136"/>
                  </a:lnTo>
                  <a:lnTo>
                    <a:pt x="3238957" y="103136"/>
                  </a:lnTo>
                  <a:lnTo>
                    <a:pt x="3256534" y="105613"/>
                  </a:lnTo>
                  <a:lnTo>
                    <a:pt x="3268942" y="112204"/>
                  </a:lnTo>
                  <a:lnTo>
                    <a:pt x="3276295" y="121627"/>
                  </a:lnTo>
                  <a:lnTo>
                    <a:pt x="3278733" y="132588"/>
                  </a:lnTo>
                  <a:lnTo>
                    <a:pt x="3276117" y="143929"/>
                  </a:lnTo>
                  <a:lnTo>
                    <a:pt x="3269132" y="152476"/>
                  </a:lnTo>
                  <a:lnTo>
                    <a:pt x="3259086" y="157861"/>
                  </a:lnTo>
                  <a:lnTo>
                    <a:pt x="3247263" y="159740"/>
                  </a:lnTo>
                  <a:lnTo>
                    <a:pt x="3234258" y="157594"/>
                  </a:lnTo>
                  <a:lnTo>
                    <a:pt x="3223730" y="152717"/>
                  </a:lnTo>
                  <a:lnTo>
                    <a:pt x="3216402" y="147447"/>
                  </a:lnTo>
                  <a:lnTo>
                    <a:pt x="3213036" y="144145"/>
                  </a:lnTo>
                  <a:lnTo>
                    <a:pt x="3211017" y="141884"/>
                  </a:lnTo>
                  <a:lnTo>
                    <a:pt x="3208744" y="141693"/>
                  </a:lnTo>
                  <a:lnTo>
                    <a:pt x="3206242" y="143637"/>
                  </a:lnTo>
                  <a:lnTo>
                    <a:pt x="3196425" y="152742"/>
                  </a:lnTo>
                  <a:lnTo>
                    <a:pt x="3194685" y="154241"/>
                  </a:lnTo>
                  <a:lnTo>
                    <a:pt x="3194685" y="156997"/>
                  </a:lnTo>
                  <a:lnTo>
                    <a:pt x="3196196" y="158750"/>
                  </a:lnTo>
                  <a:lnTo>
                    <a:pt x="3202190" y="165023"/>
                  </a:lnTo>
                  <a:lnTo>
                    <a:pt x="3212350" y="172415"/>
                  </a:lnTo>
                  <a:lnTo>
                    <a:pt x="3227324" y="178574"/>
                  </a:lnTo>
                  <a:lnTo>
                    <a:pt x="3247783" y="181152"/>
                  </a:lnTo>
                  <a:lnTo>
                    <a:pt x="3271316" y="177495"/>
                  </a:lnTo>
                  <a:lnTo>
                    <a:pt x="3289236" y="167386"/>
                  </a:lnTo>
                  <a:lnTo>
                    <a:pt x="3294964" y="159740"/>
                  </a:lnTo>
                  <a:lnTo>
                    <a:pt x="3300641" y="152158"/>
                  </a:lnTo>
                  <a:lnTo>
                    <a:pt x="3304654" y="1330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8" name="object 76">
            <a:extLst>
              <a:ext uri="{FF2B5EF4-FFF2-40B4-BE49-F238E27FC236}">
                <a16:creationId xmlns:a16="http://schemas.microsoft.com/office/drawing/2014/main" id="{7469E94C-EB04-6243-086B-45754B4D165D}"/>
              </a:ext>
            </a:extLst>
          </p:cNvPr>
          <p:cNvSpPr txBox="1"/>
          <p:nvPr/>
        </p:nvSpPr>
        <p:spPr>
          <a:xfrm>
            <a:off x="228601" y="4572000"/>
            <a:ext cx="990394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Author: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Amirhossein Donyadidegan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Dr. Daniele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Oxoli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Course: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GeoInformatics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Project (GIP), AY 2024–2025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Jun 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E4A97F0B-626F-2AEB-4176-F7B0E6FA8079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D099E-E524-2522-2A3D-08B2A3F41AFE}"/>
              </a:ext>
            </a:extLst>
          </p:cNvPr>
          <p:cNvSpPr txBox="1"/>
          <p:nvPr/>
        </p:nvSpPr>
        <p:spPr>
          <a:xfrm>
            <a:off x="296488" y="838200"/>
            <a:ext cx="103715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Urban Change </a:t>
            </a:r>
            <a:r>
              <a:rPr lang="en-GB" b="1" dirty="0" err="1"/>
              <a:t>Modeling</a:t>
            </a:r>
            <a:r>
              <a:rPr lang="en-GB" b="1" dirty="0"/>
              <a:t>: A Need for Lightweight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Urban planners need to test interventions like reforestation or densification.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Existing tools (e.g. LCZ classification, full climate models) are often too heavy or rigid. </a:t>
            </a:r>
          </a:p>
          <a:p>
            <a:endParaRPr lang="en-GB" b="1" dirty="0"/>
          </a:p>
          <a:p>
            <a:r>
              <a:rPr lang="en-GB" b="1" dirty="0" err="1"/>
              <a:t>LayerAlterator</a:t>
            </a:r>
            <a:r>
              <a:rPr lang="en-GB" dirty="0"/>
              <a:t> offers a modular, fast alternative: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Modify raster layers using </a:t>
            </a:r>
            <a:r>
              <a:rPr lang="en-GB" b="1" dirty="0"/>
              <a:t>polygon-based rules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Supports </a:t>
            </a:r>
            <a:r>
              <a:rPr lang="en-GB" b="1" dirty="0"/>
              <a:t>masking</a:t>
            </a:r>
            <a:r>
              <a:rPr lang="en-GB" dirty="0"/>
              <a:t> (absolute) and </a:t>
            </a:r>
            <a:r>
              <a:rPr lang="en-GB" b="1" dirty="0"/>
              <a:t>percentage</a:t>
            </a:r>
            <a:r>
              <a:rPr lang="en-GB" dirty="0"/>
              <a:t> (relative)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Built with open-source Python libraries </a:t>
            </a:r>
          </a:p>
        </p:txBody>
      </p:sp>
      <p:pic>
        <p:nvPicPr>
          <p:cNvPr id="13" name="Picture 12" descr="A graph of a change map&#10;&#10;AI-generated content may be incorrect.">
            <a:extLst>
              <a:ext uri="{FF2B5EF4-FFF2-40B4-BE49-F238E27FC236}">
                <a16:creationId xmlns:a16="http://schemas.microsoft.com/office/drawing/2014/main" id="{21C190F0-CBB9-2771-ED0C-45B791665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57" y="3146524"/>
            <a:ext cx="11110285" cy="302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7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085F-00C9-FB6D-CC83-E5A7B6C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A295890B-9BB4-F8A2-AF65-B1B927427119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Related Work</a:t>
            </a:r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C01E8A-D905-FC1F-BA5F-6AC2C51AB2C2}"/>
              </a:ext>
            </a:extLst>
          </p:cNvPr>
          <p:cNvSpPr txBox="1"/>
          <p:nvPr/>
        </p:nvSpPr>
        <p:spPr>
          <a:xfrm>
            <a:off x="296488" y="990600"/>
            <a:ext cx="602811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Urban Raster Processing in Literature</a:t>
            </a:r>
            <a:r>
              <a:rPr lang="en-GB" sz="2800" dirty="0"/>
              <a:t> </a:t>
            </a:r>
          </a:p>
          <a:p>
            <a:endParaRPr lang="en-GB" dirty="0"/>
          </a:p>
          <a:p>
            <a:r>
              <a:rPr lang="en-GB" sz="2000" b="1" dirty="0"/>
              <a:t>Local Climate Zones (LCZ)</a:t>
            </a:r>
            <a:r>
              <a:rPr lang="en-GB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Stewart &amp; </a:t>
            </a:r>
            <a:r>
              <a:rPr lang="en-GB" sz="2000" dirty="0" err="1"/>
              <a:t>Oke</a:t>
            </a:r>
            <a:r>
              <a:rPr lang="en-GB" sz="2000" dirty="0"/>
              <a:t> (2012): Classification for urban temperature </a:t>
            </a:r>
            <a:r>
              <a:rPr lang="en-GB" sz="2000" dirty="0" err="1"/>
              <a:t>modeling</a:t>
            </a:r>
            <a:r>
              <a:rPr lang="en-GB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Rigid categories, not designed for dynamic simulation</a:t>
            </a:r>
            <a:r>
              <a:rPr lang="en-GB" sz="2000" dirty="0"/>
              <a:t> </a:t>
            </a:r>
          </a:p>
          <a:p>
            <a:r>
              <a:rPr lang="en-GB" sz="2000" b="1" dirty="0"/>
              <a:t>Urban Land Cover Mapping</a:t>
            </a:r>
            <a:r>
              <a:rPr lang="en-GB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Okujeni</a:t>
            </a:r>
            <a:r>
              <a:rPr lang="en-GB" sz="2000" dirty="0"/>
              <a:t> et al. (2016): Fractional abundance via spectral unmixing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i="1" dirty="0"/>
              <a:t>Provides detailed input layers but no simulation capability</a:t>
            </a:r>
            <a:r>
              <a:rPr lang="en-GB" sz="2000" dirty="0"/>
              <a:t> </a:t>
            </a:r>
          </a:p>
          <a:p>
            <a:r>
              <a:rPr lang="en-GB" sz="2000" b="1" dirty="0"/>
              <a:t>Climate </a:t>
            </a:r>
            <a:r>
              <a:rPr lang="en-GB" sz="2000" b="1" dirty="0" err="1"/>
              <a:t>Modeling</a:t>
            </a:r>
            <a:r>
              <a:rPr lang="en-GB" sz="2000" b="1" dirty="0"/>
              <a:t> Platforms</a:t>
            </a:r>
            <a:r>
              <a:rPr lang="en-GB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Require high computational resources and complex inputs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AD19B6-49E2-3429-FB50-D0F6D24C9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353087"/>
              </p:ext>
            </p:extLst>
          </p:nvPr>
        </p:nvGraphicFramePr>
        <p:xfrm>
          <a:off x="6324600" y="1752600"/>
          <a:ext cx="5638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3660888644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13598808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883956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lang="en-DE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lang="en-DE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60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LCZ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Urban class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 layer modification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884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Okujeni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Fractional land 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Static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69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LayerAlterator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Rule-based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Lightweight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8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096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45C6-4586-6693-CB3F-041E2544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2A8040F2-66F8-5478-4C07-1C3593980E7D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Innovation</a:t>
            </a:r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4A832-9977-A101-EE6E-204D90C00799}"/>
              </a:ext>
            </a:extLst>
          </p:cNvPr>
          <p:cNvSpPr txBox="1"/>
          <p:nvPr/>
        </p:nvSpPr>
        <p:spPr>
          <a:xfrm>
            <a:off x="296488" y="990600"/>
            <a:ext cx="77045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What Makes </a:t>
            </a:r>
            <a:r>
              <a:rPr lang="en-GB" sz="2800" b="1" dirty="0" err="1"/>
              <a:t>LayerAlterator</a:t>
            </a:r>
            <a:r>
              <a:rPr lang="en-GB" sz="2800" b="1" dirty="0"/>
              <a:t> Unique?</a:t>
            </a:r>
          </a:p>
          <a:p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Supports both masking and percentage operations</a:t>
            </a:r>
            <a:r>
              <a:rPr lang="en-GB" sz="2000" dirty="0"/>
              <a:t> </a:t>
            </a:r>
          </a:p>
          <a:p>
            <a:pPr lvl="1"/>
            <a:r>
              <a:rPr lang="en-GB" sz="2000" dirty="0"/>
              <a:t>Apply absolute values </a:t>
            </a:r>
            <a:r>
              <a:rPr lang="en-GB" sz="2000" i="1" dirty="0"/>
              <a:t>or</a:t>
            </a:r>
            <a:r>
              <a:rPr lang="en-GB" sz="2000" dirty="0"/>
              <a:t> modify relative to the current raster data.</a:t>
            </a:r>
          </a:p>
          <a:p>
            <a:pPr lvl="1"/>
            <a:r>
              <a:rPr lang="en-GB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Rule-driven engine</a:t>
            </a:r>
            <a:r>
              <a:rPr lang="en-GB" sz="2000" dirty="0"/>
              <a:t> </a:t>
            </a:r>
          </a:p>
          <a:p>
            <a:pPr lvl="1"/>
            <a:r>
              <a:rPr lang="en-GB" sz="2000" dirty="0"/>
              <a:t>Uses simple JSON configuration for flexible simulations. </a:t>
            </a:r>
          </a:p>
          <a:p>
            <a:pPr lvl="1"/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Modular Python architecture</a:t>
            </a:r>
            <a:r>
              <a:rPr lang="en-GB" sz="2000" dirty="0"/>
              <a:t> </a:t>
            </a:r>
          </a:p>
          <a:p>
            <a:pPr lvl="1"/>
            <a:r>
              <a:rPr lang="en-GB" sz="2000" dirty="0"/>
              <a:t>Easy to extend, debug, or integrate into Digital Twin platforms. </a:t>
            </a:r>
          </a:p>
          <a:p>
            <a:pPr lvl="1"/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Built-in validation</a:t>
            </a:r>
            <a:r>
              <a:rPr lang="en-GB" sz="2000" dirty="0"/>
              <a:t> </a:t>
            </a:r>
          </a:p>
          <a:p>
            <a:pPr lvl="1"/>
            <a:r>
              <a:rPr lang="en-GB" sz="2000" dirty="0"/>
              <a:t>CRS, normalization, and attribute checks prevent faulty simulations.</a:t>
            </a:r>
          </a:p>
          <a:p>
            <a:pPr lvl="1"/>
            <a:r>
              <a:rPr lang="en-GB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Transparent and reproducible</a:t>
            </a:r>
            <a:r>
              <a:rPr lang="en-GB" sz="2000" dirty="0"/>
              <a:t> </a:t>
            </a:r>
          </a:p>
          <a:p>
            <a:pPr lvl="1"/>
            <a:r>
              <a:rPr lang="en-GB" sz="2000" dirty="0"/>
              <a:t>Designed for </a:t>
            </a:r>
            <a:r>
              <a:rPr lang="en-GB" sz="2000" dirty="0" err="1"/>
              <a:t>Jupyter</a:t>
            </a:r>
            <a:r>
              <a:rPr lang="en-GB" sz="2000" dirty="0"/>
              <a:t> workflows, with visual inspection support.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E3AB-948D-E3C2-E45E-59EA7C110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3" t="3153" b="2971"/>
          <a:stretch>
            <a:fillRect/>
          </a:stretch>
        </p:blipFill>
        <p:spPr>
          <a:xfrm>
            <a:off x="7848600" y="152400"/>
            <a:ext cx="4343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8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9ACDD-410A-9DEF-9E4C-B8F765AA3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276E25D5-17E6-C5B8-C000-6F6A9855BBC0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Architecture Overview</a:t>
            </a:r>
          </a:p>
          <a:p>
            <a:endParaRPr lang="en-GB" sz="4400" b="1" dirty="0"/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CB346-B0B7-9732-E30F-1774B7D1A455}"/>
              </a:ext>
            </a:extLst>
          </p:cNvPr>
          <p:cNvSpPr txBox="1"/>
          <p:nvPr/>
        </p:nvSpPr>
        <p:spPr>
          <a:xfrm>
            <a:off x="296488" y="990600"/>
            <a:ext cx="762831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Modular &amp; Reproducible Processing Pipeline</a:t>
            </a:r>
          </a:p>
          <a:p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Main Controller:</a:t>
            </a:r>
            <a:r>
              <a:rPr lang="en-GB" sz="2000" dirty="0"/>
              <a:t> </a:t>
            </a:r>
            <a:r>
              <a:rPr lang="en-GB" sz="2000" dirty="0" err="1"/>
              <a:t>layer_alterator</a:t>
            </a:r>
            <a:r>
              <a:rPr lang="en-GB" sz="2000" dirty="0"/>
              <a:t>() orchestrates the workflow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Key Phases: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Input Loading: </a:t>
            </a:r>
            <a:r>
              <a:rPr lang="en-GB" sz="2000" dirty="0" err="1"/>
              <a:t>load_vector_mask</a:t>
            </a:r>
            <a:r>
              <a:rPr lang="en-GB" sz="2000" dirty="0"/>
              <a:t>(), </a:t>
            </a:r>
            <a:r>
              <a:rPr lang="en-GB" sz="2000" dirty="0" err="1"/>
              <a:t>check_crs_match</a:t>
            </a:r>
            <a:r>
              <a:rPr lang="en-GB" sz="2000" dirty="0"/>
              <a:t>()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Rule Handling: </a:t>
            </a:r>
            <a:r>
              <a:rPr lang="en-GB" sz="2000" dirty="0" err="1"/>
              <a:t>parse_rules_from_mask</a:t>
            </a:r>
            <a:r>
              <a:rPr lang="en-GB" sz="2000" dirty="0"/>
              <a:t>(),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Masking Ops: </a:t>
            </a:r>
            <a:r>
              <a:rPr lang="en-GB" sz="2000" dirty="0" err="1"/>
              <a:t>apply_masking</a:t>
            </a:r>
            <a:r>
              <a:rPr lang="en-GB" sz="2000" dirty="0"/>
              <a:t>(), </a:t>
            </a:r>
            <a:r>
              <a:rPr lang="en-GB" sz="2000" dirty="0" err="1"/>
              <a:t>apply_mask_rule_all</a:t>
            </a:r>
            <a:r>
              <a:rPr lang="en-GB" sz="2000" dirty="0"/>
              <a:t>(),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Percentage Ops: </a:t>
            </a:r>
            <a:r>
              <a:rPr lang="en-GB" sz="2000" dirty="0" err="1"/>
              <a:t>apply_pct_ucp</a:t>
            </a:r>
            <a:r>
              <a:rPr lang="en-GB" sz="2000" dirty="0"/>
              <a:t>(), </a:t>
            </a:r>
            <a:r>
              <a:rPr lang="en-GB" sz="2000" dirty="0" err="1"/>
              <a:t>apply_pct_all_fractions</a:t>
            </a:r>
            <a:r>
              <a:rPr lang="en-GB" sz="2000" dirty="0"/>
              <a:t>(), </a:t>
            </a:r>
            <a:r>
              <a:rPr lang="en-GB" sz="2000" dirty="0" err="1"/>
              <a:t>apply_pct_all</a:t>
            </a:r>
            <a:r>
              <a:rPr lang="en-GB" sz="2000" dirty="0"/>
              <a:t>() </a:t>
            </a:r>
          </a:p>
          <a:p>
            <a:pPr marL="800100" lvl="1" indent="-342900">
              <a:buFont typeface="Wingdings" pitchFamily="2" charset="2"/>
              <a:buChar char="q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Functions are independently testable and integrated in </a:t>
            </a:r>
            <a:r>
              <a:rPr lang="en-GB" sz="2000" dirty="0" err="1"/>
              <a:t>Jupyter</a:t>
            </a:r>
            <a:r>
              <a:rPr lang="en-GB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Validation embedded in every major step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E71E8-7B83-DE8B-ABAD-F54EF625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0" t="5827" r="5660" b="4223"/>
          <a:stretch>
            <a:fillRect/>
          </a:stretch>
        </p:blipFill>
        <p:spPr>
          <a:xfrm>
            <a:off x="7391399" y="1029366"/>
            <a:ext cx="4800601" cy="499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39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488A-576D-97B8-BC76-875A3DFC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99A98108-7B1D-FAD2-B8F5-667B820ECE59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Input and Rule Logic</a:t>
            </a:r>
          </a:p>
          <a:p>
            <a:endParaRPr lang="en-GB" sz="4400" b="1" dirty="0"/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CED93-3820-8AB6-3FEF-4DDBCBCE29C8}"/>
              </a:ext>
            </a:extLst>
          </p:cNvPr>
          <p:cNvSpPr txBox="1"/>
          <p:nvPr/>
        </p:nvSpPr>
        <p:spPr>
          <a:xfrm>
            <a:off x="296488" y="990600"/>
            <a:ext cx="59519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Input Types</a:t>
            </a:r>
            <a:endParaRPr lang="en-GB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/>
              <a:t>Vector Mask</a:t>
            </a:r>
            <a:r>
              <a:rPr lang="en-GB" sz="2000" dirty="0"/>
              <a:t>: Polygons (e.g., .</a:t>
            </a:r>
            <a:r>
              <a:rPr lang="en-GB" sz="2000" dirty="0" err="1"/>
              <a:t>gpkg</a:t>
            </a:r>
            <a:r>
              <a:rPr lang="en-GB" sz="2000" dirty="0"/>
              <a:t>, .</a:t>
            </a:r>
            <a:r>
              <a:rPr lang="en-GB" sz="2000" dirty="0" err="1"/>
              <a:t>geojson</a:t>
            </a:r>
            <a:r>
              <a:rPr lang="en-GB" sz="2000" dirty="0"/>
              <a:t>) with attribute values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/>
              <a:t>Raster Layers</a:t>
            </a:r>
            <a:r>
              <a:rPr lang="en-GB" sz="2000" dirty="0"/>
              <a:t>: </a:t>
            </a:r>
          </a:p>
          <a:p>
            <a:pPr marL="1257300" lvl="2" indent="-342900">
              <a:buFont typeface="Wingdings" pitchFamily="2" charset="2"/>
              <a:buChar char="q"/>
            </a:pP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/>
              <a:t>Rule File</a:t>
            </a:r>
            <a:r>
              <a:rPr lang="en-GB" sz="2000" dirty="0"/>
              <a:t>: </a:t>
            </a:r>
            <a:r>
              <a:rPr lang="en-GB" sz="2000" dirty="0" err="1"/>
              <a:t>rules.json</a:t>
            </a:r>
            <a:r>
              <a:rPr lang="en-GB" sz="2000" dirty="0"/>
              <a:t> defines layer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6C1E7-DC9F-0F83-0BE4-B1370782B2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1" r="2801"/>
          <a:stretch>
            <a:fillRect/>
          </a:stretch>
        </p:blipFill>
        <p:spPr>
          <a:xfrm>
            <a:off x="1987893" y="3483590"/>
            <a:ext cx="8216214" cy="2738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EC3EAB-7F84-F6E6-753C-7BAF3EFE0701}"/>
              </a:ext>
            </a:extLst>
          </p:cNvPr>
          <p:cNvSpPr txBox="1"/>
          <p:nvPr/>
        </p:nvSpPr>
        <p:spPr>
          <a:xfrm>
            <a:off x="6400800" y="990600"/>
            <a:ext cx="61227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Rule Logic</a:t>
            </a:r>
            <a:endParaRPr lang="en-GB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Operations: mask, pct, none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Classified into rule types (C0 to C5)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Invalid mixes (e.g., mask + pct) trigger errors </a:t>
            </a:r>
          </a:p>
        </p:txBody>
      </p:sp>
    </p:spTree>
    <p:extLst>
      <p:ext uri="{BB962C8B-B14F-4D97-AF65-F5344CB8AC3E}">
        <p14:creationId xmlns:p14="http://schemas.microsoft.com/office/powerpoint/2010/main" val="2727867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F583-BACB-5304-3277-8476E90F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819216FF-61BE-2A9C-4BAA-25FCD986C703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 Output Example</a:t>
            </a:r>
          </a:p>
          <a:p>
            <a:endParaRPr lang="en-GB" sz="4400" b="1" dirty="0"/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3B9A8-E9DB-1F77-EB9A-35A2B8C0F0AB}"/>
              </a:ext>
            </a:extLst>
          </p:cNvPr>
          <p:cNvSpPr txBox="1"/>
          <p:nvPr/>
        </p:nvSpPr>
        <p:spPr>
          <a:xfrm>
            <a:off x="296488" y="990600"/>
            <a:ext cx="816171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Traceable Raster Output</a:t>
            </a:r>
          </a:p>
          <a:p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Processed </a:t>
            </a:r>
            <a:r>
              <a:rPr lang="en-GB" sz="2000" b="1" dirty="0" err="1"/>
              <a:t>rasters</a:t>
            </a:r>
            <a:r>
              <a:rPr lang="en-GB" sz="2000" b="1" dirty="0"/>
              <a:t> saved in the output/ folder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Naming Convention: </a:t>
            </a:r>
          </a:p>
          <a:p>
            <a:pPr marL="914400" lvl="1" indent="-457200">
              <a:buFont typeface="Wingdings" pitchFamily="2" charset="2"/>
              <a:buChar char="q"/>
            </a:pPr>
            <a:r>
              <a:rPr lang="en-GB" sz="2000" dirty="0"/>
              <a:t>*_</a:t>
            </a:r>
            <a:r>
              <a:rPr lang="en-GB" sz="2000" dirty="0" err="1"/>
              <a:t>mask.tif</a:t>
            </a:r>
            <a:r>
              <a:rPr lang="en-GB" sz="2000" dirty="0"/>
              <a:t> → layers updated with fixed values (masking) </a:t>
            </a:r>
          </a:p>
          <a:p>
            <a:pPr marL="914400" lvl="1" indent="-457200">
              <a:buFont typeface="Wingdings" pitchFamily="2" charset="2"/>
              <a:buChar char="q"/>
            </a:pPr>
            <a:r>
              <a:rPr lang="en-GB" sz="2000" dirty="0"/>
              <a:t>*_</a:t>
            </a:r>
            <a:r>
              <a:rPr lang="en-GB" sz="2000" dirty="0" err="1"/>
              <a:t>pct.tif</a:t>
            </a:r>
            <a:r>
              <a:rPr lang="en-GB" sz="2000" dirty="0"/>
              <a:t> → layers updated with percentage changes </a:t>
            </a:r>
          </a:p>
          <a:p>
            <a:pPr marL="914400" lvl="1" indent="-457200">
              <a:buFont typeface="Wingdings" pitchFamily="2" charset="2"/>
              <a:buChar char="q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CRS, </a:t>
            </a:r>
            <a:r>
              <a:rPr lang="en-GB" sz="2000" b="1" dirty="0" err="1"/>
              <a:t>NoData</a:t>
            </a:r>
            <a:r>
              <a:rPr lang="en-GB" sz="2000" b="1" dirty="0"/>
              <a:t>, and resolution preserved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Visual verification in QGIS (e.g., coverage, alignment, </a:t>
            </a:r>
            <a:r>
              <a:rPr lang="en-GB" sz="2000" b="1" dirty="0" err="1"/>
              <a:t>NoData</a:t>
            </a:r>
            <a:r>
              <a:rPr lang="en-GB" sz="2000" b="1" dirty="0"/>
              <a:t> integrity)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Metadata and filenames support scenario comparison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A4725-23B8-5011-443E-47F62BBC8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63" r="8725"/>
          <a:stretch>
            <a:fillRect/>
          </a:stretch>
        </p:blipFill>
        <p:spPr>
          <a:xfrm>
            <a:off x="9982200" y="609599"/>
            <a:ext cx="1676400" cy="5418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16BF7-66D3-F87F-9440-70EBAFCEF7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05" t="2808" r="8636" b="-1"/>
          <a:stretch>
            <a:fillRect/>
          </a:stretch>
        </p:blipFill>
        <p:spPr>
          <a:xfrm>
            <a:off x="8458200" y="533400"/>
            <a:ext cx="1295400" cy="220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A6F69-D2A3-1BC4-4583-C31DE15990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21"/>
          <a:stretch>
            <a:fillRect/>
          </a:stretch>
        </p:blipFill>
        <p:spPr>
          <a:xfrm>
            <a:off x="8382000" y="2743200"/>
            <a:ext cx="1447800" cy="328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80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2F7F-C2B0-8A75-9F30-B6502F4C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FF59B0F7-F4DA-51A0-0774-E1222594AD90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580390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Validation and Testing</a:t>
            </a:r>
            <a:endParaRPr lang="en-GB" sz="4400" dirty="0"/>
          </a:p>
          <a:p>
            <a:endParaRPr lang="en-GB" sz="4400" b="1" dirty="0"/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514AF-68E3-432A-2DF4-EB1070291646}"/>
              </a:ext>
            </a:extLst>
          </p:cNvPr>
          <p:cNvSpPr txBox="1"/>
          <p:nvPr/>
        </p:nvSpPr>
        <p:spPr>
          <a:xfrm>
            <a:off x="296488" y="990600"/>
            <a:ext cx="727565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Ensuring Data Integrity and Simulation Accuracy</a:t>
            </a:r>
            <a:r>
              <a:rPr lang="en-GB" sz="2800" dirty="0"/>
              <a:t> 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1" dirty="0"/>
              <a:t>Validation Checks (Pre-Processing)</a:t>
            </a:r>
            <a:r>
              <a:rPr lang="en-GB" sz="2000" dirty="0"/>
              <a:t> </a:t>
            </a:r>
          </a:p>
          <a:p>
            <a:pPr marL="914400" lvl="1" indent="-457200">
              <a:buFont typeface="Wingdings" pitchFamily="2" charset="2"/>
              <a:buChar char="q"/>
            </a:pPr>
            <a:r>
              <a:rPr lang="en-GB" sz="2000" dirty="0"/>
              <a:t>CRS match between vector and </a:t>
            </a:r>
            <a:r>
              <a:rPr lang="en-GB" sz="2000" dirty="0" err="1"/>
              <a:t>rasters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Required attributes present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Rule logic consistency</a:t>
            </a:r>
          </a:p>
          <a:p>
            <a:pPr marL="800100" lvl="1" indent="-342900">
              <a:buFont typeface="Wingdings" pitchFamily="2" charset="2"/>
              <a:buChar char="q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During Processing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 err="1"/>
              <a:t>NoData</a:t>
            </a:r>
            <a:r>
              <a:rPr lang="en-GB" sz="2000" dirty="0"/>
              <a:t> regions preserved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Normalization of fractional </a:t>
            </a:r>
            <a:r>
              <a:rPr lang="en-GB" sz="2000" dirty="0" err="1"/>
              <a:t>rasters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Warnings for overlapping polygons or abnormal updates </a:t>
            </a:r>
          </a:p>
          <a:p>
            <a:pPr marL="800100" lvl="1" indent="-342900">
              <a:buFont typeface="Wingdings" pitchFamily="2" charset="2"/>
              <a:buChar char="q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Testing Strategy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Unit tests in </a:t>
            </a:r>
            <a:r>
              <a:rPr lang="en-GB" sz="2000" dirty="0" err="1"/>
              <a:t>Jupyter</a:t>
            </a:r>
            <a:r>
              <a:rPr lang="en-GB" sz="2000" dirty="0"/>
              <a:t> Notebook (</a:t>
            </a:r>
            <a:r>
              <a:rPr lang="en-GB" sz="2000" dirty="0" err="1"/>
              <a:t>test_functions.ipynb</a:t>
            </a:r>
            <a:r>
              <a:rPr lang="en-GB" sz="2000" dirty="0"/>
              <a:t>)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Visual inspection in QGIS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Controlled edge-case scenarios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4B04C-DADD-E907-DEF3-1370E30E7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1" r="14702"/>
          <a:stretch>
            <a:fillRect/>
          </a:stretch>
        </p:blipFill>
        <p:spPr>
          <a:xfrm>
            <a:off x="5943600" y="1698470"/>
            <a:ext cx="5794426" cy="2416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7D2C56-A089-2146-4DFE-250E084487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14"/>
          <a:stretch>
            <a:fillRect/>
          </a:stretch>
        </p:blipFill>
        <p:spPr>
          <a:xfrm>
            <a:off x="7086600" y="4223837"/>
            <a:ext cx="4651426" cy="158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77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B2D13-581A-4A6E-82DD-CB8CAF7C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4D0019CA-1508-CE3C-E247-30D03E11BF26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899991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Demonstration</a:t>
            </a:r>
          </a:p>
          <a:p>
            <a:endParaRPr lang="en-GB" sz="4400" b="1" dirty="0"/>
          </a:p>
          <a:p>
            <a:endParaRPr lang="en-GB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47BA8-3C86-B04A-2F21-F1D76D04FDF0}"/>
              </a:ext>
            </a:extLst>
          </p:cNvPr>
          <p:cNvSpPr txBox="1"/>
          <p:nvPr/>
        </p:nvSpPr>
        <p:spPr>
          <a:xfrm>
            <a:off x="296488" y="990600"/>
            <a:ext cx="739971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Scenario: New Highway in Milan</a:t>
            </a:r>
            <a:r>
              <a:rPr lang="en-GB" sz="2800" dirty="0"/>
              <a:t> 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Objective:</a:t>
            </a:r>
            <a:r>
              <a:rPr lang="en-GB" sz="2000" dirty="0"/>
              <a:t> Simulate the effect of a new highway on urban surface characteristics.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Inputs: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Vector polygon for highway area (in .</a:t>
            </a:r>
            <a:r>
              <a:rPr lang="en-GB" sz="2000" dirty="0" err="1"/>
              <a:t>gpkg</a:t>
            </a:r>
            <a:r>
              <a:rPr lang="en-GB" sz="2000" dirty="0"/>
              <a:t>)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Rule: Apply mask to set land cover fractions (e.g., increase F_AC, reduce F_G)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Execution: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 err="1"/>
              <a:t>layer_alterator</a:t>
            </a:r>
            <a:r>
              <a:rPr lang="en-GB" sz="2000" dirty="0"/>
              <a:t>() applied with </a:t>
            </a:r>
            <a:r>
              <a:rPr lang="en-GB" sz="2000" dirty="0" err="1"/>
              <a:t>rules.json</a:t>
            </a:r>
            <a:r>
              <a:rPr lang="en-GB" sz="2000" dirty="0"/>
              <a:t> and polygon attributes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Outputs generated: </a:t>
            </a:r>
            <a:r>
              <a:rPr lang="en-GB" sz="2000" dirty="0" err="1"/>
              <a:t>F_AC_mask.tif</a:t>
            </a:r>
            <a:r>
              <a:rPr lang="en-GB" sz="2000" dirty="0"/>
              <a:t>, </a:t>
            </a:r>
            <a:r>
              <a:rPr lang="en-GB" sz="2000" dirty="0" err="1"/>
              <a:t>F_G_mask.tif</a:t>
            </a:r>
            <a:r>
              <a:rPr lang="en-GB" sz="2000" dirty="0"/>
              <a:t>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Results: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Clear spatial update of asphalt fraction (F_AC)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Preservation of surrounding </a:t>
            </a:r>
            <a:r>
              <a:rPr lang="en-GB" sz="2000" dirty="0" err="1"/>
              <a:t>NoData</a:t>
            </a:r>
            <a:r>
              <a:rPr lang="en-GB" sz="2000" dirty="0"/>
              <a:t>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Ready-to-use outputs for further </a:t>
            </a:r>
            <a:r>
              <a:rPr lang="en-GB" sz="2000" dirty="0" err="1"/>
              <a:t>modeling</a:t>
            </a:r>
            <a:r>
              <a:rPr lang="en-GB" sz="2000" dirty="0"/>
              <a:t> (e.g., UHI impact) </a:t>
            </a:r>
          </a:p>
        </p:txBody>
      </p:sp>
      <p:pic>
        <p:nvPicPr>
          <p:cNvPr id="6" name="Picture 5" descr="A map of a city&#10;&#10;AI-generated content may be incorrect.">
            <a:extLst>
              <a:ext uri="{FF2B5EF4-FFF2-40B4-BE49-F238E27FC236}">
                <a16:creationId xmlns:a16="http://schemas.microsoft.com/office/drawing/2014/main" id="{C8972D04-03FC-DABA-75E0-2590E8062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1" y="357461"/>
            <a:ext cx="2819400" cy="281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957392-990E-5327-939E-0DF254A6C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3311069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8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AA7B-8CC2-815A-309E-A2C65E36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05581D3B-3B01-D7DC-DE17-0498A5FA33DC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899991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Demonstration</a:t>
            </a:r>
          </a:p>
          <a:p>
            <a:endParaRPr lang="en-GB" sz="4400" b="1" dirty="0"/>
          </a:p>
          <a:p>
            <a:endParaRPr lang="en-GB" sz="4400" b="1" dirty="0"/>
          </a:p>
        </p:txBody>
      </p:sp>
      <p:pic>
        <p:nvPicPr>
          <p:cNvPr id="4" name="Picture 3" descr="A graph with a black square&#10;&#10;AI-generated content may be incorrect.">
            <a:extLst>
              <a:ext uri="{FF2B5EF4-FFF2-40B4-BE49-F238E27FC236}">
                <a16:creationId xmlns:a16="http://schemas.microsoft.com/office/drawing/2014/main" id="{11036075-88F4-5682-D3BF-B2F0534E4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05" y="822810"/>
            <a:ext cx="9323554" cy="2630904"/>
          </a:xfrm>
          <a:prstGeom prst="rect">
            <a:avLst/>
          </a:prstGeom>
        </p:spPr>
      </p:pic>
      <p:pic>
        <p:nvPicPr>
          <p:cNvPr id="7" name="Picture 6" descr="A graph with a black and white image&#10;&#10;AI-generated content may be incorrect.">
            <a:extLst>
              <a:ext uri="{FF2B5EF4-FFF2-40B4-BE49-F238E27FC236}">
                <a16:creationId xmlns:a16="http://schemas.microsoft.com/office/drawing/2014/main" id="{D330CB29-32B1-FD3D-775F-C8CDCC6F2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05" y="3581400"/>
            <a:ext cx="9323554" cy="26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94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FCC1-28B8-907F-29F4-89407585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AF92B43A-5E08-693B-1A34-218981A68363}"/>
              </a:ext>
            </a:extLst>
          </p:cNvPr>
          <p:cNvSpPr txBox="1">
            <a:spLocks/>
          </p:cNvSpPr>
          <p:nvPr/>
        </p:nvSpPr>
        <p:spPr>
          <a:xfrm>
            <a:off x="296488" y="7292"/>
            <a:ext cx="8999912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4400" b="1" dirty="0"/>
              <a:t>Conclusions</a:t>
            </a:r>
            <a:endParaRPr lang="en-GB" sz="4400" dirty="0"/>
          </a:p>
          <a:p>
            <a:endParaRPr lang="en-GB" sz="4400" b="1" dirty="0"/>
          </a:p>
          <a:p>
            <a:endParaRPr lang="en-GB" sz="4400" b="1" dirty="0"/>
          </a:p>
          <a:p>
            <a:endParaRPr lang="en-GB" sz="4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B1057-1752-7822-1C1C-C51D9AD2FDFF}"/>
              </a:ext>
            </a:extLst>
          </p:cNvPr>
          <p:cNvSpPr txBox="1"/>
          <p:nvPr/>
        </p:nvSpPr>
        <p:spPr>
          <a:xfrm>
            <a:off x="296488" y="990600"/>
            <a:ext cx="915231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Project Achievements</a:t>
            </a:r>
            <a:r>
              <a:rPr lang="en-GB" sz="2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Delivered a working tool for spatial raster updates via vector-defined rules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Successfully supports both deterministic (mask) and relative (pct) operations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Modular architecture with embedded validation ensures reliability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Integrated into </a:t>
            </a:r>
            <a:r>
              <a:rPr lang="en-GB" sz="2000" dirty="0" err="1"/>
              <a:t>Jupyter</a:t>
            </a:r>
            <a:r>
              <a:rPr lang="en-GB" sz="2000" dirty="0"/>
              <a:t> for transparent, reproducible workflows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800" b="1" dirty="0"/>
              <a:t>Impact &amp; 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Valuable tool for urban planning, especially in Digital Twin contexts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Enables “what-if” simulations with minimal overhead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Future extensions: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GUI or API interface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Batch rule processing </a:t>
            </a:r>
          </a:p>
          <a:p>
            <a:pPr marL="800100" lvl="1" indent="-342900">
              <a:buFont typeface="Wingdings" pitchFamily="2" charset="2"/>
              <a:buChar char="q"/>
            </a:pPr>
            <a:r>
              <a:rPr lang="en-GB" sz="2000" dirty="0"/>
              <a:t>Tiled processing for large datasets </a:t>
            </a:r>
          </a:p>
        </p:txBody>
      </p:sp>
    </p:spTree>
    <p:extLst>
      <p:ext uri="{BB962C8B-B14F-4D97-AF65-F5344CB8AC3E}">
        <p14:creationId xmlns:p14="http://schemas.microsoft.com/office/powerpoint/2010/main" val="1838830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776</Words>
  <Application>Microsoft Macintosh PowerPoint</Application>
  <PresentationFormat>Widescreen</PresentationFormat>
  <Paragraphs>147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Brandon Grotesque Bold</vt:lpstr>
      <vt:lpstr>Calibri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Manu io</dc:creator>
  <cp:lastModifiedBy>DONYADIDEGAN, AMIRHOSSEIN</cp:lastModifiedBy>
  <cp:revision>92</cp:revision>
  <dcterms:created xsi:type="dcterms:W3CDTF">2021-12-01T08:09:49Z</dcterms:created>
  <dcterms:modified xsi:type="dcterms:W3CDTF">2025-06-19T13:56:23Z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2021-12-01T00:00:00Z</vt:filetime>
  </property>
  <property fmtid="{D5CDD505-2E9C-101B-9397-08002B2CF9AE}" pid="3" name="Creator">
    <vt:lpwstr>Adobe InDesign 16.2 (Windows)</vt:lpwstr>
  </property>
  <property fmtid="{D5CDD505-2E9C-101B-9397-08002B2CF9AE}" pid="4" name="LastSaved">
    <vt:filetime>2021-12-01T00:00:00Z</vt:filetime>
  </property>
</Properties>
</file>